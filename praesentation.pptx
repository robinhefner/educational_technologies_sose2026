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eg"/>
  <Default Extension="emf" ContentType="image/x-emf"/>
  <Default Extension="png" ContentType="image/png"/>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slideMasters/slideMaster1.xml" ContentType="application/vnd.openxmlformats-officedocument.presentationml.slide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 id="214748367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66" userDrawn="1">
          <p15:clr>
            <a:srgbClr val="A4A3A4"/>
          </p15:clr>
        </p15:guide>
        <p15:guide id="3" pos="7423" userDrawn="1">
          <p15:clr>
            <a:srgbClr val="A4A3A4"/>
          </p15:clr>
        </p15:guide>
        <p15:guide id="4" orient="horz" pos="1281" userDrawn="1">
          <p15:clr>
            <a:srgbClr val="A4A3A4"/>
          </p15:clr>
        </p15:guide>
        <p15:guide id="5" orient="horz" pos="3932" userDrawn="1">
          <p15:clr>
            <a:srgbClr val="A4A3A4"/>
          </p15:clr>
        </p15:guide>
        <p15:guide id="6" orient="horz" pos="1110" userDrawn="1">
          <p15:clr>
            <a:srgbClr val="A4A3A4"/>
          </p15:clr>
        </p15:guide>
        <p15:guide id="7" pos="2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7628"/>
    <p:restoredTop autoAdjust="0" sz="97912"/>
  </p:normalViewPr>
  <p:slideViewPr>
    <p:cSldViewPr showGuides="1" snapToGrid="0">
      <p:cViewPr varScale="1">
        <p:scale>
          <a:sx d="100" n="111"/>
          <a:sy d="100" n="111"/>
        </p:scale>
        <p:origin x="54" y="54"/>
      </p:cViewPr>
      <p:guideLst>
        <p:guide orient="horz" pos="566"/>
        <p:guide pos="7423"/>
        <p:guide orient="horz" pos="1281"/>
        <p:guide orient="horz" pos="3932"/>
        <p:guide orient="horz" pos="1110"/>
        <p:guide pos="256"/>
      </p:guideLst>
    </p:cSldViewPr>
  </p:slideViewPr>
  <p:notesTextViewPr>
    <p:cViewPr>
      <p:scale>
        <a:sx d="2" n="3"/>
        <a:sy d="2" n="3"/>
      </p:scale>
      <p:origin x="0" y="0"/>
    </p:cViewPr>
  </p:notesTextViewPr>
  <p:gridSpacing cx="72008" cy="72008"/>
</p:viewPr>
</file>

<file path=ppt/_rels/presentation.xml.rels><?xml version="1.0" encoding="UTF-8"?><Relationships xmlns="http://schemas.openxmlformats.org/package/2006/relationships"><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6" Type="http://schemas.openxmlformats.org/officeDocument/2006/relationships/viewProps" Target="viewProps.xml" /><Relationship Id="rId35" Type="http://schemas.openxmlformats.org/officeDocument/2006/relationships/presProps" Target="presProps.xml" /><Relationship Id="rId2" Type="http://schemas.openxmlformats.org/officeDocument/2006/relationships/slideMaster" Target="slideMasters/slideMaster2.xml" /><Relationship Id="rId1" Type="http://schemas.openxmlformats.org/officeDocument/2006/relationships/slideMaster" Target="slideMasters/slideMaster1.xml" /><Relationship Id="rId38" Type="http://schemas.openxmlformats.org/officeDocument/2006/relationships/tableStyles" Target="tableStyles.xml" /><Relationship Id="rId3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9.emf"/><Relationship Id="rId5" Type="http://schemas.openxmlformats.org/officeDocument/2006/relationships/image" Target="../media/image3.emf"/><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 Inhalt">
    <p:spTree>
      <p:nvGrpSpPr>
        <p:cNvPr id="1" name=""/>
        <p:cNvGrpSpPr/>
        <p:nvPr/>
      </p:nvGrpSpPr>
      <p:grpSpPr>
        <a:xfrm>
          <a:off x="0" y="0"/>
          <a:ext cx="0" cy="0"/>
          <a:chOff x="0" y="0"/>
          <a:chExt cx="0" cy="0"/>
        </a:xfrm>
      </p:grpSpPr>
      <p:sp>
        <p:nvSpPr>
          <p:cNvPr id="7" name="Datumsplatzhalter 6"/>
          <p:cNvSpPr>
            <a:spLocks noGrp="1"/>
          </p:cNvSpPr>
          <p:nvPr>
            <p:ph type="dt" sz="half" idx="10"/>
          </p:nvPr>
        </p:nvSpPr>
        <p:spPr/>
        <p:txBody>
          <a:bodyPr/>
          <a:lstStyle/>
          <a:p>
            <a:r>
              <a:rPr lang="de-DE" dirty="0" err="1"/>
              <a:t>TechCampus</a:t>
            </a:r>
            <a:endParaRPr lang="de-DE" dirty="0"/>
          </a:p>
        </p:txBody>
      </p:sp>
      <p:sp>
        <p:nvSpPr>
          <p:cNvPr id="8" name="Fußzeilenplatzhalter 7"/>
          <p:cNvSpPr>
            <a:spLocks noGrp="1"/>
          </p:cNvSpPr>
          <p:nvPr>
            <p:ph type="ftr" sz="quarter" idx="11"/>
          </p:nvPr>
        </p:nvSpPr>
        <p:spPr/>
        <p:txBody>
          <a:bodyPr/>
          <a:lstStyle/>
          <a:p>
            <a:r>
              <a:rPr lang="de-DE"/>
              <a:t>Thema des Referats | Referent / Fakultät / Studiengang |  WiSe/SoSe 2017/19</a:t>
            </a:r>
            <a:endParaRPr lang="de-DE" dirty="0"/>
          </a:p>
        </p:txBody>
      </p:sp>
      <p:sp>
        <p:nvSpPr>
          <p:cNvPr id="9" name="Foliennummernplatzhalter 8"/>
          <p:cNvSpPr>
            <a:spLocks noGrp="1"/>
          </p:cNvSpPr>
          <p:nvPr>
            <p:ph type="sldNum" sz="quarter" idx="12"/>
          </p:nvPr>
        </p:nvSpPr>
        <p:spPr/>
        <p:txBody>
          <a:bodyPr/>
          <a:lstStyle/>
          <a:p>
            <a:r>
              <a:rPr lang="de-DE"/>
              <a:t>|  </a:t>
            </a:r>
            <a:fld id="{E6B5151A-17C4-4431-8407-112C0160A8B6}" type="slidenum">
              <a:rPr lang="de-DE" smtClean="0"/>
              <a:pPr/>
              <a:t>‹Nr.›</a:t>
            </a:fld>
            <a:endParaRPr lang="de-DE" dirty="0"/>
          </a:p>
        </p:txBody>
      </p:sp>
      <p:sp>
        <p:nvSpPr>
          <p:cNvPr id="10" name="Titel 9"/>
          <p:cNvSpPr>
            <a:spLocks noGrp="1"/>
          </p:cNvSpPr>
          <p:nvPr>
            <p:ph type="title" hasCustomPrompt="1"/>
          </p:nvPr>
        </p:nvSpPr>
        <p:spPr/>
        <p:txBody>
          <a:bodyPr/>
          <a:lstStyle/>
          <a:p>
            <a:r>
              <a:rPr lang="pt-BR" dirty="0"/>
              <a:t>Headline einfügen</a:t>
            </a:r>
            <a:br>
              <a:rPr lang="pt-BR" dirty="0"/>
            </a:br>
            <a:r>
              <a:rPr lang="pt-BR" dirty="0"/>
              <a:t>über zwei Zeilen</a:t>
            </a:r>
            <a:endParaRPr lang="de-DE" dirty="0"/>
          </a:p>
        </p:txBody>
      </p:sp>
      <p:sp>
        <p:nvSpPr>
          <p:cNvPr id="11" name="Inhaltsplatzhalter 2">
            <a:extLst>
              <a:ext uri="{FF2B5EF4-FFF2-40B4-BE49-F238E27FC236}">
                <a16:creationId xmlns:a16="http://schemas.microsoft.com/office/drawing/2014/main" id="{0B166E63-50B0-4138-AD32-6428E7F6058D}"/>
              </a:ext>
            </a:extLst>
          </p:cNvPr>
          <p:cNvSpPr>
            <a:spLocks noGrp="1"/>
          </p:cNvSpPr>
          <p:nvPr>
            <p:ph idx="13" hasCustomPrompt="1"/>
          </p:nvPr>
        </p:nvSpPr>
        <p:spPr>
          <a:xfrm>
            <a:off x="406405" y="2033591"/>
            <a:ext cx="11377084" cy="421004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de-DE" dirty="0"/>
              <a:t>Text 22 Pt auf erster Ebene // für Aufzählung 22 Pt,  Text 20 Pt, Zwischenheadline und Aufzählungen 20 Pt &gt;&gt; Menü &gt; Start &gt; Absatz &gt; Listenebne erhöhen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Tree>
    <p:extLst>
      <p:ext uri="{BB962C8B-B14F-4D97-AF65-F5344CB8AC3E}">
        <p14:creationId xmlns:p14="http://schemas.microsoft.com/office/powerpoint/2010/main" val="117315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Zitat">
    <p:spTree>
      <p:nvGrpSpPr>
        <p:cNvPr id="1" name=""/>
        <p:cNvGrpSpPr/>
        <p:nvPr/>
      </p:nvGrpSpPr>
      <p:grpSpPr>
        <a:xfrm>
          <a:off x="0" y="0"/>
          <a:ext cx="0" cy="0"/>
          <a:chOff x="0" y="0"/>
          <a:chExt cx="0" cy="0"/>
        </a:xfrm>
      </p:grpSpPr>
      <p:sp>
        <p:nvSpPr>
          <p:cNvPr id="17" name="Bildplatzhalter 2"/>
          <p:cNvSpPr>
            <a:spLocks noGrp="1"/>
          </p:cNvSpPr>
          <p:nvPr>
            <p:ph type="pic" idx="15" hasCustomPrompt="1"/>
          </p:nvPr>
        </p:nvSpPr>
        <p:spPr>
          <a:xfrm>
            <a:off x="5" y="971550"/>
            <a:ext cx="12191999" cy="5886450"/>
          </a:xfrm>
          <a:noFill/>
        </p:spPr>
        <p:txBody>
          <a:bodyPr/>
          <a:lstStyle>
            <a:lvl1pPr marL="0" indent="0" algn="ctr">
              <a:buNone/>
              <a:defRPr sz="1999" b="1">
                <a:solidFill>
                  <a:schemeClr val="tx1"/>
                </a:solidFill>
                <a:latin typeface="+mj-lt"/>
              </a:defRPr>
            </a:lvl1pPr>
            <a:lvl2pPr marL="457203" indent="0">
              <a:buNone/>
              <a:defRPr sz="2800"/>
            </a:lvl2pPr>
            <a:lvl3pPr marL="914407" indent="0">
              <a:buNone/>
              <a:defRPr sz="2400"/>
            </a:lvl3pPr>
            <a:lvl4pPr marL="1371610" indent="0">
              <a:buNone/>
              <a:defRPr sz="1999"/>
            </a:lvl4pPr>
            <a:lvl5pPr marL="1828813" indent="0">
              <a:buNone/>
              <a:defRPr sz="1999"/>
            </a:lvl5pPr>
            <a:lvl6pPr marL="2286017" indent="0">
              <a:buNone/>
              <a:defRPr sz="1999"/>
            </a:lvl6pPr>
            <a:lvl7pPr marL="2743220" indent="0">
              <a:buNone/>
              <a:defRPr sz="1999"/>
            </a:lvl7pPr>
            <a:lvl8pPr marL="3200424" indent="0">
              <a:buNone/>
              <a:defRPr sz="1999"/>
            </a:lvl8pPr>
            <a:lvl9pPr marL="3657627" indent="0">
              <a:buNone/>
              <a:defRPr sz="1999"/>
            </a:lvl9pPr>
          </a:lstStyle>
          <a:p>
            <a:br>
              <a:rPr lang="de-DE" dirty="0"/>
            </a:br>
            <a:r>
              <a:rPr lang="de-DE" dirty="0"/>
              <a:t>Bild einfügen &gt;&gt; Menü &gt; Einfügen &gt; Bilder</a:t>
            </a:r>
          </a:p>
        </p:txBody>
      </p:sp>
      <p:sp>
        <p:nvSpPr>
          <p:cNvPr id="7" name="Datumsplatzhalter 6"/>
          <p:cNvSpPr>
            <a:spLocks noGrp="1"/>
          </p:cNvSpPr>
          <p:nvPr>
            <p:ph type="dt" sz="half" idx="10"/>
          </p:nvPr>
        </p:nvSpPr>
        <p:spPr/>
        <p:txBody>
          <a:bodyPr/>
          <a:lstStyle/>
          <a:p>
            <a:r>
              <a:rPr lang="de-DE" dirty="0" err="1"/>
              <a:t>TechCampus</a:t>
            </a:r>
            <a:endParaRPr lang="de-DE" dirty="0"/>
          </a:p>
        </p:txBody>
      </p:sp>
      <p:sp>
        <p:nvSpPr>
          <p:cNvPr id="11" name="Vertikaler Textplatzhalter 2"/>
          <p:cNvSpPr>
            <a:spLocks noGrp="1"/>
          </p:cNvSpPr>
          <p:nvPr>
            <p:ph type="body" orient="vert" idx="13" hasCustomPrompt="1"/>
          </p:nvPr>
        </p:nvSpPr>
        <p:spPr>
          <a:xfrm>
            <a:off x="0" y="971552"/>
            <a:ext cx="12192000" cy="5886449"/>
          </a:xfrm>
          <a:blipFill>
            <a:blip r:embed="rId2"/>
            <a:stretch>
              <a:fillRect/>
            </a:stretch>
          </a:blipFill>
        </p:spPr>
        <p:txBody>
          <a:bodyPr vert="horz" lIns="1954800" tIns="1389600" rIns="1501200"/>
          <a:lstStyle>
            <a:lvl1pPr>
              <a:lnSpc>
                <a:spcPct val="108000"/>
              </a:lnSpc>
              <a:spcAft>
                <a:spcPts val="0"/>
              </a:spcAft>
              <a:defRPr sz="3300" b="1">
                <a:solidFill>
                  <a:schemeClr val="bg1"/>
                </a:solidFill>
                <a:latin typeface="+mj-lt"/>
              </a:defRPr>
            </a:lvl1pPr>
            <a:lvl2pPr marL="0" indent="0">
              <a:lnSpc>
                <a:spcPct val="144000"/>
              </a:lnSpc>
              <a:spcBef>
                <a:spcPts val="2800"/>
              </a:spcBef>
              <a:spcAft>
                <a:spcPts val="0"/>
              </a:spcAft>
              <a:buNone/>
              <a:defRPr sz="1500" b="1">
                <a:solidFill>
                  <a:schemeClr val="bg1"/>
                </a:solidFill>
                <a:latin typeface="+mj-lt"/>
              </a:defRPr>
            </a:lvl2pPr>
            <a:lvl3pPr marL="0" indent="0">
              <a:lnSpc>
                <a:spcPct val="144000"/>
              </a:lnSpc>
              <a:spcBef>
                <a:spcPts val="2800"/>
              </a:spcBef>
              <a:spcAft>
                <a:spcPts val="0"/>
              </a:spcAft>
              <a:buFont typeface="Arial" panose="020B0604020202020204" pitchFamily="34" charset="0"/>
              <a:buNone/>
              <a:defRPr sz="1500" b="1">
                <a:solidFill>
                  <a:schemeClr val="bg1"/>
                </a:solidFill>
                <a:latin typeface="+mj-lt"/>
              </a:defRPr>
            </a:lvl3pPr>
            <a:lvl4pPr marL="0" indent="0">
              <a:lnSpc>
                <a:spcPct val="144000"/>
              </a:lnSpc>
              <a:spcBef>
                <a:spcPts val="2800"/>
              </a:spcBef>
              <a:spcAft>
                <a:spcPts val="0"/>
              </a:spcAft>
              <a:buFont typeface="Arial" panose="020B0604020202020204" pitchFamily="34" charset="0"/>
              <a:buNone/>
              <a:defRPr sz="1500" b="1">
                <a:solidFill>
                  <a:schemeClr val="bg1"/>
                </a:solidFill>
                <a:latin typeface="+mj-lt"/>
              </a:defRPr>
            </a:lvl4pPr>
            <a:lvl5pPr marL="0" indent="0">
              <a:lnSpc>
                <a:spcPct val="144000"/>
              </a:lnSpc>
              <a:spcBef>
                <a:spcPts val="2800"/>
              </a:spcBef>
              <a:spcAft>
                <a:spcPts val="0"/>
              </a:spcAft>
              <a:buNone/>
              <a:defRPr sz="1500" b="1">
                <a:solidFill>
                  <a:schemeClr val="bg1"/>
                </a:solidFill>
                <a:latin typeface="+mj-lt"/>
              </a:defRPr>
            </a:lvl5pPr>
            <a:lvl6pPr marL="0" indent="0">
              <a:lnSpc>
                <a:spcPct val="144000"/>
              </a:lnSpc>
              <a:spcBef>
                <a:spcPts val="2800"/>
              </a:spcBef>
              <a:spcAft>
                <a:spcPts val="0"/>
              </a:spcAft>
              <a:buNone/>
              <a:defRPr sz="1500" b="1">
                <a:solidFill>
                  <a:schemeClr val="bg1"/>
                </a:solidFill>
                <a:latin typeface="+mj-lt"/>
              </a:defRPr>
            </a:lvl6pPr>
            <a:lvl7pPr marL="0" indent="0">
              <a:lnSpc>
                <a:spcPct val="144000"/>
              </a:lnSpc>
              <a:spcBef>
                <a:spcPts val="2800"/>
              </a:spcBef>
              <a:spcAft>
                <a:spcPts val="0"/>
              </a:spcAft>
              <a:buFont typeface="Arial" panose="020B0604020202020204" pitchFamily="34" charset="0"/>
              <a:buNone/>
              <a:defRPr sz="1500" b="1">
                <a:solidFill>
                  <a:schemeClr val="bg1"/>
                </a:solidFill>
                <a:latin typeface="+mj-lt"/>
              </a:defRPr>
            </a:lvl7pPr>
            <a:lvl8pPr marL="0" indent="0">
              <a:lnSpc>
                <a:spcPct val="144000"/>
              </a:lnSpc>
              <a:spcBef>
                <a:spcPts val="2800"/>
              </a:spcBef>
              <a:spcAft>
                <a:spcPts val="0"/>
              </a:spcAft>
              <a:buFont typeface="Arial" panose="020B0604020202020204" pitchFamily="34" charset="0"/>
              <a:buNone/>
              <a:defRPr sz="1500" b="1">
                <a:solidFill>
                  <a:schemeClr val="bg1"/>
                </a:solidFill>
                <a:latin typeface="+mj-lt"/>
              </a:defRPr>
            </a:lvl8pPr>
            <a:lvl9pPr marL="0" indent="0">
              <a:lnSpc>
                <a:spcPct val="144000"/>
              </a:lnSpc>
              <a:spcBef>
                <a:spcPts val="2800"/>
              </a:spcBef>
              <a:spcAft>
                <a:spcPts val="0"/>
              </a:spcAft>
              <a:buFont typeface="Arial" panose="020B0604020202020204" pitchFamily="34" charset="0"/>
              <a:buNone/>
              <a:defRPr sz="1500" b="1">
                <a:solidFill>
                  <a:schemeClr val="bg1"/>
                </a:solidFill>
                <a:latin typeface="+mj-lt"/>
              </a:defRPr>
            </a:lvl9pPr>
          </a:lstStyle>
          <a:p>
            <a:pPr lvl="0"/>
            <a:r>
              <a:rPr lang="de-DE" dirty="0"/>
              <a:t>Zitat auf erster Ebene // für Autor &gt;&gt; Menü &gt; Start &gt; Absatz &gt; Listenebne erhöhen </a:t>
            </a:r>
          </a:p>
          <a:p>
            <a:pPr lvl="1"/>
            <a:r>
              <a:rPr lang="de-DE" dirty="0"/>
              <a:t>Zweite Ebene</a:t>
            </a:r>
          </a:p>
        </p:txBody>
      </p:sp>
      <p:sp>
        <p:nvSpPr>
          <p:cNvPr id="8" name="Fußzeilenplatzhalter 7"/>
          <p:cNvSpPr>
            <a:spLocks noGrp="1"/>
          </p:cNvSpPr>
          <p:nvPr>
            <p:ph type="ftr" sz="quarter" idx="11"/>
          </p:nvPr>
        </p:nvSpPr>
        <p:spPr/>
        <p:txBody>
          <a:bodyPr/>
          <a:lstStyle>
            <a:lvl1pPr>
              <a:defRPr>
                <a:solidFill>
                  <a:schemeClr val="bg1"/>
                </a:solidFill>
              </a:defRPr>
            </a:lvl1pPr>
          </a:lstStyle>
          <a:p>
            <a:r>
              <a:rPr lang="de-DE"/>
              <a:t>Thema des Referats | Referent / Fakultät / Studiengang |  WiSe/SoSe 2017/19</a:t>
            </a:r>
            <a:endParaRPr lang="de-DE" dirty="0"/>
          </a:p>
        </p:txBody>
      </p:sp>
      <p:sp>
        <p:nvSpPr>
          <p:cNvPr id="9" name="Foliennummernplatzhalter 8"/>
          <p:cNvSpPr>
            <a:spLocks noGrp="1"/>
          </p:cNvSpPr>
          <p:nvPr>
            <p:ph type="sldNum" sz="quarter" idx="12"/>
          </p:nvPr>
        </p:nvSpPr>
        <p:spPr>
          <a:xfrm>
            <a:off x="9883778" y="6515213"/>
            <a:ext cx="1899711" cy="216000"/>
          </a:xfrm>
        </p:spPr>
        <p:txBody>
          <a:bodyPr/>
          <a:lstStyle>
            <a:lvl1pPr>
              <a:defRPr>
                <a:solidFill>
                  <a:schemeClr val="bg1"/>
                </a:solidFill>
              </a:defRPr>
            </a:lvl1pPr>
          </a:lstStyle>
          <a:p>
            <a:r>
              <a:rPr lang="de-DE"/>
              <a:t>|  </a:t>
            </a:r>
            <a:fld id="{E6B5151A-17C4-4431-8407-112C0160A8B6}" type="slidenum">
              <a:rPr lang="de-DE" smtClean="0"/>
              <a:pPr/>
              <a:t>‹Nr.›</a:t>
            </a:fld>
            <a:endParaRPr lang="de-DE" dirty="0"/>
          </a:p>
        </p:txBody>
      </p:sp>
      <p:grpSp>
        <p:nvGrpSpPr>
          <p:cNvPr id="13" name="Regieanweisungen"/>
          <p:cNvGrpSpPr/>
          <p:nvPr userDrawn="1"/>
        </p:nvGrpSpPr>
        <p:grpSpPr>
          <a:xfrm>
            <a:off x="-2352000" y="-468000"/>
            <a:ext cx="17280000" cy="7668001"/>
            <a:chOff x="-1764000" y="-468001"/>
            <a:chExt cx="12960000" cy="7668001"/>
          </a:xfrm>
        </p:grpSpPr>
        <p:sp>
          <p:nvSpPr>
            <p:cNvPr id="14" name="Hilfslinien"/>
            <p:cNvSpPr txBox="1"/>
            <p:nvPr userDrawn="1"/>
          </p:nvSpPr>
          <p:spPr>
            <a:xfrm rot="10800000" flipH="1" flipV="1">
              <a:off x="4571999" y="-468000"/>
              <a:ext cx="4265614" cy="360000"/>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2871433"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mn-lt"/>
                  <a:ea typeface="+mn-ea"/>
                  <a:cs typeface="+mn-cs"/>
                </a:rPr>
                <a:t>Hilfslinien anzeigen über Menu: </a:t>
              </a:r>
            </a:p>
            <a:p>
              <a:pPr marL="0" marR="0" lvl="0" indent="0" algn="r" defTabSz="2871433" rtl="0" eaLnBrk="1" fontAlgn="auto" latinLnBrk="0" hangingPunct="1">
                <a:lnSpc>
                  <a:spcPct val="100000"/>
                </a:lnSpc>
                <a:spcBef>
                  <a:spcPts val="0"/>
                </a:spcBef>
                <a:spcAft>
                  <a:spcPts val="0"/>
                </a:spcAft>
                <a:buClrTx/>
                <a:buSzTx/>
                <a:buFontTx/>
                <a:buNone/>
                <a:tabLst/>
                <a:defRPr/>
              </a:pPr>
              <a:r>
                <a:rPr kumimoji="0" lang="de-DE" sz="1000" b="1" i="0" u="none" strike="noStrike" kern="1200" cap="none" spc="0" normalizeH="0" baseline="0" noProof="0" dirty="0">
                  <a:ln>
                    <a:noFill/>
                  </a:ln>
                  <a:solidFill>
                    <a:schemeClr val="tx1"/>
                  </a:solidFill>
                  <a:effectLst/>
                  <a:uLnTx/>
                  <a:uFillTx/>
                  <a:latin typeface="+mn-lt"/>
                  <a:ea typeface="+mn-ea"/>
                  <a:cs typeface="+mn-cs"/>
                </a:rPr>
                <a:t>Ansicht &gt; Anzeigen &gt; </a:t>
              </a:r>
              <a:r>
                <a:rPr kumimoji="0" lang="de-DE" sz="1000" b="0" i="0" u="none" strike="noStrike" kern="1200" cap="none" spc="0" normalizeH="0" baseline="0" noProof="0" dirty="0">
                  <a:ln>
                    <a:noFill/>
                  </a:ln>
                  <a:solidFill>
                    <a:schemeClr val="tx1"/>
                  </a:solidFill>
                  <a:effectLst/>
                  <a:uLnTx/>
                  <a:uFillTx/>
                  <a:latin typeface="+mn-lt"/>
                  <a:ea typeface="+mn-ea"/>
                  <a:cs typeface="+mn-cs"/>
                </a:rPr>
                <a:t>Haken</a:t>
              </a:r>
              <a:r>
                <a:rPr kumimoji="0" lang="de-DE" sz="1000" b="1" i="0" u="none" strike="noStrike" kern="1200" cap="none" spc="0" normalizeH="0" baseline="0" noProof="0" dirty="0">
                  <a:ln>
                    <a:noFill/>
                  </a:ln>
                  <a:solidFill>
                    <a:schemeClr val="tx1"/>
                  </a:solidFill>
                  <a:effectLst/>
                  <a:uLnTx/>
                  <a:uFillTx/>
                  <a:latin typeface="+mn-lt"/>
                  <a:ea typeface="+mn-ea"/>
                  <a:cs typeface="+mn-cs"/>
                </a:rPr>
                <a:t> </a:t>
              </a:r>
              <a:r>
                <a:rPr kumimoji="0" lang="de-DE" sz="1000" b="0" i="0" u="none" strike="noStrike" kern="1200" cap="none" spc="0" normalizeH="0" baseline="0" noProof="0" dirty="0">
                  <a:ln>
                    <a:noFill/>
                  </a:ln>
                  <a:solidFill>
                    <a:schemeClr val="tx1"/>
                  </a:solidFill>
                  <a:effectLst/>
                  <a:uLnTx/>
                  <a:uFillTx/>
                  <a:latin typeface="+mn-lt"/>
                  <a:ea typeface="+mn-ea"/>
                  <a:cs typeface="+mn-cs"/>
                </a:rPr>
                <a:t>bei</a:t>
              </a:r>
              <a:r>
                <a:rPr kumimoji="0" lang="de-DE" sz="1000" b="1" i="0" u="none" strike="noStrike" kern="1200" cap="none" spc="0" normalizeH="0" baseline="0" noProof="0" dirty="0">
                  <a:ln>
                    <a:noFill/>
                  </a:ln>
                  <a:solidFill>
                    <a:schemeClr val="tx1"/>
                  </a:solidFill>
                  <a:effectLst/>
                  <a:uLnTx/>
                  <a:uFillTx/>
                  <a:latin typeface="+mn-lt"/>
                  <a:ea typeface="+mn-ea"/>
                  <a:cs typeface="+mn-cs"/>
                </a:rPr>
                <a:t> Führungslinien </a:t>
              </a:r>
              <a:r>
                <a:rPr kumimoji="0" lang="de-DE" sz="1000" b="0" i="0" u="none" strike="noStrike" kern="1200" cap="none" spc="0" normalizeH="0" baseline="0" noProof="0" dirty="0">
                  <a:ln>
                    <a:noFill/>
                  </a:ln>
                  <a:solidFill>
                    <a:schemeClr val="tx1"/>
                  </a:solidFill>
                  <a:effectLst/>
                  <a:uLnTx/>
                  <a:uFillTx/>
                  <a:latin typeface="+mn-lt"/>
                  <a:ea typeface="+mn-ea"/>
                  <a:cs typeface="+mn-cs"/>
                </a:rPr>
                <a:t>setzen</a:t>
              </a:r>
            </a:p>
          </p:txBody>
        </p:sp>
        <p:sp>
          <p:nvSpPr>
            <p:cNvPr id="15" name="Zurücksetzen"/>
            <p:cNvSpPr txBox="1"/>
            <p:nvPr userDrawn="1"/>
          </p:nvSpPr>
          <p:spPr>
            <a:xfrm rot="10800000" flipH="1" flipV="1">
              <a:off x="9252000" y="-1"/>
              <a:ext cx="1944000" cy="898525"/>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Folie in Ursprungsform </a:t>
              </a:r>
            </a:p>
            <a:p>
              <a:pPr indent="0" algn="l">
                <a:lnSpc>
                  <a:spcPct val="100000"/>
                </a:lnSpc>
                <a:spcBef>
                  <a:spcPts val="0"/>
                </a:spcBef>
                <a:spcAft>
                  <a:spcPts val="0"/>
                </a:spcAft>
              </a:pPr>
              <a:r>
                <a:rPr lang="de-DE" sz="1000" b="0" baseline="0" dirty="0">
                  <a:solidFill>
                    <a:schemeClr val="tx1"/>
                  </a:solidFill>
                  <a:latin typeface="+mn-lt"/>
                </a:rPr>
                <a:t>bringen über Menu:</a:t>
              </a:r>
            </a:p>
            <a:p>
              <a:pPr indent="0" algn="l">
                <a:lnSpc>
                  <a:spcPct val="100000"/>
                </a:lnSpc>
                <a:spcBef>
                  <a:spcPts val="0"/>
                </a:spcBef>
                <a:spcAft>
                  <a:spcPts val="0"/>
                </a:spcAft>
              </a:pPr>
              <a:r>
                <a:rPr lang="de-DE" sz="1000" b="1" baseline="0" dirty="0">
                  <a:solidFill>
                    <a:schemeClr val="tx1"/>
                  </a:solidFill>
                  <a:latin typeface="+mn-lt"/>
                </a:rPr>
                <a:t>Start &gt; Folien &gt; Zurücksetzen</a:t>
              </a:r>
            </a:p>
          </p:txBody>
        </p:sp>
        <p:sp>
          <p:nvSpPr>
            <p:cNvPr id="16" name="Layoutwechsel"/>
            <p:cNvSpPr txBox="1"/>
            <p:nvPr userDrawn="1"/>
          </p:nvSpPr>
          <p:spPr>
            <a:xfrm rot="10800000" flipH="1" flipV="1">
              <a:off x="9252000" y="1008000"/>
              <a:ext cx="1944000" cy="5040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dirty="0">
                  <a:solidFill>
                    <a:schemeClr val="tx1"/>
                  </a:solidFill>
                  <a:latin typeface="+mn-lt"/>
                </a:rPr>
                <a:t>Wechsel des Folienlayouts </a:t>
              </a:r>
              <a:br>
                <a:rPr lang="de-DE" sz="1000" b="0" baseline="0" dirty="0">
                  <a:solidFill>
                    <a:schemeClr val="tx1"/>
                  </a:solidFill>
                  <a:latin typeface="+mn-lt"/>
                </a:rPr>
              </a:br>
              <a:r>
                <a:rPr lang="de-DE" sz="1000" b="0" baseline="0" dirty="0">
                  <a:solidFill>
                    <a:schemeClr val="tx1"/>
                  </a:solidFill>
                  <a:latin typeface="+mn-lt"/>
                </a:rPr>
                <a:t>im Menü über:</a:t>
              </a:r>
            </a:p>
            <a:p>
              <a:pPr marL="0" marR="0" lvl="0" indent="0" algn="l" defTabSz="251725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Start &gt; Folien &gt; Layout</a:t>
              </a:r>
            </a:p>
          </p:txBody>
        </p:sp>
        <p:sp>
          <p:nvSpPr>
            <p:cNvPr id="18" name="Text // Listenebene erhöhen"/>
            <p:cNvSpPr txBox="1"/>
            <p:nvPr userDrawn="1"/>
          </p:nvSpPr>
          <p:spPr>
            <a:xfrm>
              <a:off x="-1764000" y="3042062"/>
              <a:ext cx="898412" cy="288000"/>
            </a:xfrm>
            <a:prstGeom prst="rect">
              <a:avLst/>
            </a:prstGeom>
            <a:noFill/>
          </p:spPr>
          <p:txBody>
            <a:bodyPr wrap="square" lIns="0" tIns="0" rIns="0" bIns="0" rtlCol="0" anchor="ctr" anchorCtr="0">
              <a:noAutofit/>
            </a:bodyPr>
            <a:lstStyle/>
            <a:p>
              <a:pPr marL="0" marR="0" lvl="0" indent="0" algn="r" defTabSz="251725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251725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erhöhen</a:t>
              </a:r>
            </a:p>
          </p:txBody>
        </p:sp>
        <p:sp>
          <p:nvSpPr>
            <p:cNvPr id="19" name="Text // Listenebene verringern"/>
            <p:cNvSpPr txBox="1"/>
            <p:nvPr userDrawn="1"/>
          </p:nvSpPr>
          <p:spPr>
            <a:xfrm>
              <a:off x="-1764000" y="3438062"/>
              <a:ext cx="898412" cy="288001"/>
            </a:xfrm>
            <a:prstGeom prst="rect">
              <a:avLst/>
            </a:prstGeom>
            <a:noFill/>
          </p:spPr>
          <p:txBody>
            <a:bodyPr wrap="square" lIns="0" tIns="0" rIns="0" bIns="0" rtlCol="0" anchor="ctr" anchorCtr="0">
              <a:noAutofit/>
            </a:bodyPr>
            <a:lstStyle/>
            <a:p>
              <a:pPr marL="0" marR="0" lvl="0" indent="0" algn="r" defTabSz="251725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Listenebene</a:t>
              </a:r>
            </a:p>
            <a:p>
              <a:pPr marL="0" marR="0" lvl="0" indent="0" algn="r" defTabSz="2517253" rtl="0" eaLnBrk="1" fontAlgn="auto" latinLnBrk="0" hangingPunct="1">
                <a:lnSpc>
                  <a:spcPct val="100000"/>
                </a:lnSpc>
                <a:spcBef>
                  <a:spcPts val="0"/>
                </a:spcBef>
                <a:spcAft>
                  <a:spcPts val="0"/>
                </a:spcAft>
                <a:buClrTx/>
                <a:buSzTx/>
                <a:buFontTx/>
                <a:buNone/>
                <a:tabLst/>
                <a:defRPr/>
              </a:pPr>
              <a:r>
                <a:rPr lang="de-DE" sz="1000" b="1" baseline="0" dirty="0">
                  <a:solidFill>
                    <a:schemeClr val="tx1"/>
                  </a:solidFill>
                  <a:latin typeface="+mn-lt"/>
                </a:rPr>
                <a:t>verringern</a:t>
              </a:r>
            </a:p>
          </p:txBody>
        </p:sp>
        <p:sp>
          <p:nvSpPr>
            <p:cNvPr id="20" name="Listenebenen"/>
            <p:cNvSpPr txBox="1"/>
            <p:nvPr userDrawn="1"/>
          </p:nvSpPr>
          <p:spPr>
            <a:xfrm rot="10800000" flipH="1" flipV="1">
              <a:off x="-1690413" y="2124000"/>
              <a:ext cx="1584000" cy="7920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251725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Wechsel der Textebene</a:t>
              </a:r>
            </a:p>
            <a:p>
              <a:pPr marL="0" marR="0" lvl="0" indent="0" algn="r" defTabSz="251725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im Menü über: </a:t>
              </a:r>
              <a:br>
                <a:rPr lang="de-DE" sz="1000" b="0" baseline="0" dirty="0">
                  <a:solidFill>
                    <a:schemeClr val="tx1"/>
                  </a:solidFill>
                  <a:latin typeface="+mn-lt"/>
                </a:rPr>
              </a:br>
              <a:r>
                <a:rPr lang="de-DE" sz="1000" b="1" baseline="0" dirty="0">
                  <a:solidFill>
                    <a:schemeClr val="tx1"/>
                  </a:solidFill>
                  <a:latin typeface="+mn-lt"/>
                </a:rPr>
                <a:t>Start &gt; Absatz &gt; Listenebene erhöhen/verringern</a:t>
              </a:r>
            </a:p>
          </p:txBody>
        </p:sp>
        <p:pic>
          <p:nvPicPr>
            <p:cNvPr id="21" name="Bild // Listenebene verringern"/>
            <p:cNvPicPr>
              <a:picLocks noChangeAspect="1"/>
            </p:cNvPicPr>
            <p:nvPr userDrawn="1"/>
          </p:nvPicPr>
          <p:blipFill>
            <a:blip r:embed="rId3"/>
            <a:stretch>
              <a:fillRect/>
            </a:stretch>
          </p:blipFill>
          <p:spPr>
            <a:xfrm>
              <a:off x="-792000" y="3438062"/>
              <a:ext cx="622082" cy="288000"/>
            </a:xfrm>
            <a:prstGeom prst="rect">
              <a:avLst/>
            </a:prstGeom>
            <a:noFill/>
            <a:ln>
              <a:noFill/>
            </a:ln>
          </p:spPr>
        </p:pic>
        <p:pic>
          <p:nvPicPr>
            <p:cNvPr id="22" name="Bild // Listenebene erhöhen"/>
            <p:cNvPicPr>
              <a:picLocks noChangeAspect="1"/>
            </p:cNvPicPr>
            <p:nvPr userDrawn="1"/>
          </p:nvPicPr>
          <p:blipFill>
            <a:blip r:embed="rId4"/>
            <a:stretch>
              <a:fillRect/>
            </a:stretch>
          </p:blipFill>
          <p:spPr>
            <a:xfrm>
              <a:off x="-792000" y="3042062"/>
              <a:ext cx="622082" cy="288000"/>
            </a:xfrm>
            <a:prstGeom prst="rect">
              <a:avLst/>
            </a:prstGeom>
            <a:noFill/>
            <a:ln>
              <a:noFill/>
            </a:ln>
          </p:spPr>
        </p:pic>
        <p:sp>
          <p:nvSpPr>
            <p:cNvPr id="23" name="Fußzeile"/>
            <p:cNvSpPr txBox="1"/>
            <p:nvPr userDrawn="1"/>
          </p:nvSpPr>
          <p:spPr>
            <a:xfrm rot="10800000" flipH="1" flipV="1">
              <a:off x="304801" y="6984000"/>
              <a:ext cx="5531474" cy="2160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3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Fußzeile anpassen: </a:t>
              </a:r>
              <a:r>
                <a:rPr lang="de-DE" sz="1000" b="1" baseline="0" dirty="0">
                  <a:solidFill>
                    <a:schemeClr val="tx1"/>
                  </a:solidFill>
                  <a:latin typeface="+mn-lt"/>
                </a:rPr>
                <a:t>Einfügen &gt; Text &gt; Kopf- und Fußzeile</a:t>
              </a:r>
            </a:p>
          </p:txBody>
        </p:sp>
        <p:sp>
          <p:nvSpPr>
            <p:cNvPr id="24" name="Kopfzeile"/>
            <p:cNvSpPr txBox="1"/>
            <p:nvPr userDrawn="1"/>
          </p:nvSpPr>
          <p:spPr>
            <a:xfrm rot="10800000" flipH="1" flipV="1">
              <a:off x="304800" y="-468001"/>
              <a:ext cx="4267199" cy="360002"/>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33" rtl="0" eaLnBrk="1" fontAlgn="auto" latinLnBrk="0" hangingPunct="1">
                <a:lnSpc>
                  <a:spcPct val="100000"/>
                </a:lnSpc>
                <a:spcBef>
                  <a:spcPts val="0"/>
                </a:spcBef>
                <a:spcAft>
                  <a:spcPts val="0"/>
                </a:spcAft>
                <a:buClrTx/>
                <a:buSzTx/>
                <a:buFontTx/>
                <a:buNone/>
                <a:tabLst/>
                <a:defRPr/>
              </a:pPr>
              <a:r>
                <a:rPr lang="de-DE" sz="1000" b="0" baseline="0" dirty="0">
                  <a:solidFill>
                    <a:schemeClr val="tx1"/>
                  </a:solidFill>
                  <a:latin typeface="+mn-lt"/>
                </a:rPr>
                <a:t>Kopfzeile anpassen: </a:t>
              </a:r>
              <a:r>
                <a:rPr lang="de-DE" sz="1000" b="1" baseline="0" dirty="0">
                  <a:solidFill>
                    <a:schemeClr val="tx1"/>
                  </a:solidFill>
                  <a:latin typeface="+mn-lt"/>
                </a:rPr>
                <a:t>Einfügen &gt; Text &gt; Kopf- und Fußzeile</a:t>
              </a:r>
            </a:p>
          </p:txBody>
        </p:sp>
      </p:grpSp>
      <p:pic>
        <p:nvPicPr>
          <p:cNvPr id="26" name="Logo HHN">
            <a:extLst>
              <a:ext uri="{FF2B5EF4-FFF2-40B4-BE49-F238E27FC236}">
                <a16:creationId xmlns:a16="http://schemas.microsoft.com/office/drawing/2014/main" id="{CD8A692E-F6AC-4E01-99E6-965C59B26C2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359514" y="307131"/>
            <a:ext cx="1423970" cy="480852"/>
          </a:xfrm>
          <a:prstGeom prst="rect">
            <a:avLst/>
          </a:prstGeom>
        </p:spPr>
      </p:pic>
      <p:sp>
        <p:nvSpPr>
          <p:cNvPr id="28" name="Titel 9">
            <a:extLst>
              <a:ext uri="{FF2B5EF4-FFF2-40B4-BE49-F238E27FC236}">
                <a16:creationId xmlns:a16="http://schemas.microsoft.com/office/drawing/2014/main" id="{806AA2DC-065A-4166-A62B-2A250A3B3560}"/>
              </a:ext>
            </a:extLst>
          </p:cNvPr>
          <p:cNvSpPr>
            <a:spLocks noGrp="1"/>
          </p:cNvSpPr>
          <p:nvPr>
            <p:ph type="title" hasCustomPrompt="1"/>
          </p:nvPr>
        </p:nvSpPr>
        <p:spPr>
          <a:xfrm>
            <a:off x="0" y="1684080"/>
            <a:ext cx="1321200" cy="1119600"/>
          </a:xfrm>
          <a:blipFill>
            <a:blip r:embed="rId6"/>
            <a:stretch>
              <a:fillRect/>
            </a:stretch>
          </a:blipFill>
        </p:spPr>
        <p:txBody>
          <a:bodyPr wrap="none" rIns="1454400" anchor="t" anchorCtr="0"/>
          <a:lstStyle>
            <a:lvl1pPr algn="r">
              <a:defRPr sz="1000" baseline="0"/>
            </a:lvl1pPr>
          </a:lstStyle>
          <a:p>
            <a:r>
              <a:rPr lang="pt-BR" dirty="0"/>
              <a:t>Bitte nicht</a:t>
            </a:r>
            <a:br>
              <a:rPr lang="pt-BR" dirty="0"/>
            </a:br>
            <a:r>
              <a:rPr lang="pt-BR" dirty="0"/>
              <a:t>verschieben</a:t>
            </a:r>
            <a:endParaRPr lang="de-DE" dirty="0"/>
          </a:p>
        </p:txBody>
      </p:sp>
    </p:spTree>
    <p:extLst>
      <p:ext uri="{BB962C8B-B14F-4D97-AF65-F5344CB8AC3E}">
        <p14:creationId xmlns:p14="http://schemas.microsoft.com/office/powerpoint/2010/main" val="2591501768"/>
      </p:ext>
    </p:extLst>
  </p:cSld>
  <p:clrMapOvr>
    <a:masterClrMapping/>
  </p:clrMapOvr>
  <p:extLst mod="1">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 Info // 2 Inhalte">
    <p:spTree>
      <p:nvGrpSpPr>
        <p:cNvPr id="1" name=""/>
        <p:cNvGrpSpPr/>
        <p:nvPr/>
      </p:nvGrpSpPr>
      <p:grpSpPr>
        <a:xfrm>
          <a:off x="0" y="0"/>
          <a:ext cx="0" cy="0"/>
          <a:chOff x="0" y="0"/>
          <a:chExt cx="0" cy="0"/>
        </a:xfrm>
      </p:grpSpPr>
      <p:sp>
        <p:nvSpPr>
          <p:cNvPr id="7" name="Datumsplatzhalter 6"/>
          <p:cNvSpPr>
            <a:spLocks noGrp="1"/>
          </p:cNvSpPr>
          <p:nvPr>
            <p:ph type="dt" sz="half" idx="10"/>
          </p:nvPr>
        </p:nvSpPr>
        <p:spPr/>
        <p:txBody>
          <a:bodyPr/>
          <a:lstStyle/>
          <a:p>
            <a:r>
              <a:rPr lang="de-DE" dirty="0" err="1"/>
              <a:t>TechCampus</a:t>
            </a:r>
            <a:endParaRPr lang="de-DE" dirty="0"/>
          </a:p>
        </p:txBody>
      </p:sp>
      <p:sp>
        <p:nvSpPr>
          <p:cNvPr id="8" name="Fußzeilenplatzhalter 7"/>
          <p:cNvSpPr>
            <a:spLocks noGrp="1"/>
          </p:cNvSpPr>
          <p:nvPr>
            <p:ph type="ftr" sz="quarter" idx="11"/>
          </p:nvPr>
        </p:nvSpPr>
        <p:spPr/>
        <p:txBody>
          <a:bodyPr/>
          <a:lstStyle/>
          <a:p>
            <a:r>
              <a:rPr lang="de-DE"/>
              <a:t>Thema des Referats | Referent / Fakultät / Studiengang |  WiSe/SoSe 2017/19</a:t>
            </a:r>
            <a:endParaRPr lang="de-DE" dirty="0"/>
          </a:p>
        </p:txBody>
      </p:sp>
      <p:sp>
        <p:nvSpPr>
          <p:cNvPr id="9" name="Foliennummernplatzhalter 8"/>
          <p:cNvSpPr>
            <a:spLocks noGrp="1"/>
          </p:cNvSpPr>
          <p:nvPr>
            <p:ph type="sldNum" sz="quarter" idx="12"/>
          </p:nvPr>
        </p:nvSpPr>
        <p:spPr/>
        <p:txBody>
          <a:bodyPr/>
          <a:lstStyle/>
          <a:p>
            <a:r>
              <a:rPr lang="de-DE"/>
              <a:t>|  </a:t>
            </a:r>
            <a:fld id="{E6B5151A-17C4-4431-8407-112C0160A8B6}" type="slidenum">
              <a:rPr lang="de-DE" smtClean="0"/>
              <a:pPr/>
              <a:t>‹Nr.›</a:t>
            </a:fld>
            <a:endParaRPr lang="de-DE" dirty="0"/>
          </a:p>
        </p:txBody>
      </p:sp>
      <p:sp>
        <p:nvSpPr>
          <p:cNvPr id="10" name="Titel 9"/>
          <p:cNvSpPr>
            <a:spLocks noGrp="1"/>
          </p:cNvSpPr>
          <p:nvPr>
            <p:ph type="title" hasCustomPrompt="1"/>
          </p:nvPr>
        </p:nvSpPr>
        <p:spPr/>
        <p:txBody>
          <a:bodyPr/>
          <a:lstStyle/>
          <a:p>
            <a:r>
              <a:rPr lang="pt-BR" dirty="0"/>
              <a:t>Headline einfügen</a:t>
            </a:r>
            <a:br>
              <a:rPr lang="pt-BR" dirty="0"/>
            </a:br>
            <a:r>
              <a:rPr lang="pt-BR" dirty="0"/>
              <a:t>über zwei Zeilen</a:t>
            </a:r>
            <a:endParaRPr lang="de-DE" dirty="0"/>
          </a:p>
        </p:txBody>
      </p:sp>
      <p:sp>
        <p:nvSpPr>
          <p:cNvPr id="11" name="Vertikaler Textplatzhalter 2"/>
          <p:cNvSpPr>
            <a:spLocks noGrp="1"/>
          </p:cNvSpPr>
          <p:nvPr>
            <p:ph type="body" orient="vert" idx="13" hasCustomPrompt="1"/>
          </p:nvPr>
        </p:nvSpPr>
        <p:spPr>
          <a:xfrm>
            <a:off x="406405" y="2033700"/>
            <a:ext cx="11377084" cy="396000"/>
          </a:xfrm>
        </p:spPr>
        <p:txBody>
          <a:bodyPr vert="horz"/>
          <a:lstStyle>
            <a:lvl1pPr marL="0" indent="0">
              <a:lnSpc>
                <a:spcPct val="108000"/>
              </a:lnSpc>
              <a:spcBef>
                <a:spcPts val="0"/>
              </a:spcBef>
              <a:spcAft>
                <a:spcPts val="0"/>
              </a:spcAft>
              <a:buFont typeface="Arial" panose="020B0604020202020204" pitchFamily="34" charset="0"/>
              <a:buNone/>
              <a:defRPr sz="1999" b="0">
                <a:solidFill>
                  <a:schemeClr val="tx1"/>
                </a:solidFill>
                <a:latin typeface="+mn-lt"/>
              </a:defRPr>
            </a:lvl1pPr>
            <a:lvl2pPr marL="0" indent="0">
              <a:lnSpc>
                <a:spcPct val="108000"/>
              </a:lnSpc>
              <a:spcBef>
                <a:spcPts val="0"/>
              </a:spcBef>
              <a:spcAft>
                <a:spcPts val="0"/>
              </a:spcAft>
              <a:buNone/>
              <a:defRPr sz="1999" b="0">
                <a:solidFill>
                  <a:schemeClr val="tx1"/>
                </a:solidFill>
                <a:latin typeface="+mn-lt"/>
              </a:defRPr>
            </a:lvl2pPr>
            <a:lvl3pPr marL="0" indent="0">
              <a:lnSpc>
                <a:spcPct val="108000"/>
              </a:lnSpc>
              <a:spcBef>
                <a:spcPts val="0"/>
              </a:spcBef>
              <a:spcAft>
                <a:spcPts val="0"/>
              </a:spcAft>
              <a:buFont typeface="Arial" panose="020B0604020202020204" pitchFamily="34" charset="0"/>
              <a:buNone/>
              <a:defRPr sz="1999" b="0">
                <a:solidFill>
                  <a:schemeClr val="tx1"/>
                </a:solidFill>
                <a:latin typeface="+mn-lt"/>
              </a:defRPr>
            </a:lvl3pPr>
            <a:lvl4pPr marL="0" indent="0">
              <a:lnSpc>
                <a:spcPct val="108000"/>
              </a:lnSpc>
              <a:spcBef>
                <a:spcPts val="0"/>
              </a:spcBef>
              <a:spcAft>
                <a:spcPts val="0"/>
              </a:spcAft>
              <a:buFont typeface="Arial" panose="020B0604020202020204" pitchFamily="34" charset="0"/>
              <a:buNone/>
              <a:defRPr sz="1999" b="0">
                <a:solidFill>
                  <a:schemeClr val="tx1"/>
                </a:solidFill>
                <a:latin typeface="+mn-lt"/>
              </a:defRPr>
            </a:lvl4pPr>
            <a:lvl5pPr marL="0" indent="0">
              <a:lnSpc>
                <a:spcPct val="108000"/>
              </a:lnSpc>
              <a:spcBef>
                <a:spcPts val="0"/>
              </a:spcBef>
              <a:spcAft>
                <a:spcPts val="0"/>
              </a:spcAft>
              <a:buNone/>
              <a:defRPr sz="1999" b="0">
                <a:solidFill>
                  <a:schemeClr val="tx1"/>
                </a:solidFill>
                <a:latin typeface="+mn-lt"/>
              </a:defRPr>
            </a:lvl5pPr>
            <a:lvl6pPr marL="0" indent="0">
              <a:lnSpc>
                <a:spcPct val="108000"/>
              </a:lnSpc>
              <a:spcBef>
                <a:spcPts val="0"/>
              </a:spcBef>
              <a:spcAft>
                <a:spcPts val="0"/>
              </a:spcAft>
              <a:buNone/>
              <a:defRPr sz="1999" b="0">
                <a:solidFill>
                  <a:schemeClr val="tx1"/>
                </a:solidFill>
                <a:latin typeface="+mn-lt"/>
              </a:defRPr>
            </a:lvl6pPr>
            <a:lvl7pPr marL="0" indent="0">
              <a:lnSpc>
                <a:spcPct val="108000"/>
              </a:lnSpc>
              <a:spcBef>
                <a:spcPts val="0"/>
              </a:spcBef>
              <a:spcAft>
                <a:spcPts val="0"/>
              </a:spcAft>
              <a:buFont typeface="Arial" panose="020B0604020202020204" pitchFamily="34" charset="0"/>
              <a:buNone/>
              <a:defRPr sz="1999" b="0">
                <a:solidFill>
                  <a:schemeClr val="tx1"/>
                </a:solidFill>
                <a:latin typeface="+mn-lt"/>
              </a:defRPr>
            </a:lvl7pPr>
            <a:lvl8pPr marL="0" indent="0">
              <a:lnSpc>
                <a:spcPct val="108000"/>
              </a:lnSpc>
              <a:spcBef>
                <a:spcPts val="0"/>
              </a:spcBef>
              <a:spcAft>
                <a:spcPts val="0"/>
              </a:spcAft>
              <a:buFont typeface="Arial" panose="020B0604020202020204" pitchFamily="34" charset="0"/>
              <a:buNone/>
              <a:defRPr sz="1999" b="0">
                <a:solidFill>
                  <a:schemeClr val="tx1"/>
                </a:solidFill>
                <a:latin typeface="+mn-lt"/>
              </a:defRPr>
            </a:lvl8pPr>
            <a:lvl9pPr marL="0" indent="0">
              <a:lnSpc>
                <a:spcPct val="108000"/>
              </a:lnSpc>
              <a:spcBef>
                <a:spcPts val="0"/>
              </a:spcBef>
              <a:spcAft>
                <a:spcPts val="0"/>
              </a:spcAft>
              <a:buFont typeface="Arial" panose="020B0604020202020204" pitchFamily="34" charset="0"/>
              <a:buNone/>
              <a:defRPr sz="1999" b="0">
                <a:solidFill>
                  <a:schemeClr val="tx1"/>
                </a:solidFill>
                <a:latin typeface="+mn-lt"/>
              </a:defRPr>
            </a:lvl9pPr>
          </a:lstStyle>
          <a:p>
            <a:pPr lvl="0"/>
            <a:r>
              <a:rPr lang="de-DE" dirty="0"/>
              <a:t>Kurze Info zum Inhalt</a:t>
            </a:r>
          </a:p>
        </p:txBody>
      </p:sp>
      <p:sp>
        <p:nvSpPr>
          <p:cNvPr id="12" name="Inhaltsplatzhalter 2"/>
          <p:cNvSpPr>
            <a:spLocks noGrp="1"/>
          </p:cNvSpPr>
          <p:nvPr>
            <p:ph idx="1" hasCustomPrompt="1"/>
          </p:nvPr>
        </p:nvSpPr>
        <p:spPr>
          <a:xfrm>
            <a:off x="406405" y="2565404"/>
            <a:ext cx="5592519" cy="3678237"/>
          </a:xfrm>
        </p:spPr>
        <p:txBody>
          <a:bodyPr/>
          <a:lstStyle>
            <a:lvl3pPr>
              <a:spcAft>
                <a:spcPts val="599"/>
              </a:spcAft>
              <a:defRPr/>
            </a:lvl3pPr>
          </a:lstStyle>
          <a:p>
            <a:pPr lvl="0"/>
            <a:r>
              <a:rPr lang="de-DE" dirty="0"/>
              <a:t>Text 22 Pt auf erster Ebene // für Aufzählung 22 Pt,  Text 20 Pt, Zwischenheadline und Aufzählungen 20 Pt &gt;&gt; Menü &gt; Start &gt; Absatz &gt; Listenebne erhöhen </a:t>
            </a:r>
          </a:p>
          <a:p>
            <a:pPr lvl="1"/>
            <a:r>
              <a:rPr lang="de-DE" dirty="0"/>
              <a:t>Zweite Ebene</a:t>
            </a:r>
          </a:p>
          <a:p>
            <a:pPr lvl="2"/>
            <a:r>
              <a:rPr lang="de-DE" dirty="0"/>
              <a:t>Dritte Ebene</a:t>
            </a:r>
          </a:p>
          <a:p>
            <a:pPr lvl="3"/>
            <a:r>
              <a:rPr lang="de-DE" dirty="0"/>
              <a:t>Vierte Ebene</a:t>
            </a:r>
          </a:p>
        </p:txBody>
      </p:sp>
      <p:sp>
        <p:nvSpPr>
          <p:cNvPr id="13" name="Inhaltsplatzhalter 2"/>
          <p:cNvSpPr>
            <a:spLocks noGrp="1"/>
          </p:cNvSpPr>
          <p:nvPr>
            <p:ph idx="14" hasCustomPrompt="1"/>
          </p:nvPr>
        </p:nvSpPr>
        <p:spPr>
          <a:xfrm>
            <a:off x="6192002" y="2565404"/>
            <a:ext cx="5591487" cy="3678237"/>
          </a:xfrm>
        </p:spPr>
        <p:txBody>
          <a:bodyPr/>
          <a:lstStyle>
            <a:lvl3pPr>
              <a:spcAft>
                <a:spcPts val="599"/>
              </a:spcAft>
              <a:defRPr/>
            </a:lvl3pPr>
          </a:lstStyle>
          <a:p>
            <a:pPr lvl="0"/>
            <a:r>
              <a:rPr lang="de-DE" dirty="0"/>
              <a:t>Text 22 Pt auf erster Ebene // für Aufzählung 22 Pt,  Text 20 Pt, Zwischenheadline und Aufzählungen 20 Pt &gt;&gt; Menü &gt; Start &gt; Absatz &gt; Listenebne erhöhen </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2431733392"/>
      </p:ext>
    </p:extLst>
  </p:cSld>
  <p:clrMapOvr>
    <a:masterClrMapping/>
  </p:clrMapOvr>
  <p:extLst mod="1">
    <p:ext uri="{DCECCB84-F9BA-43D5-87BE-67443E8EF086}">
      <p15:sldGuideLst xmlns:p15="http://schemas.microsoft.com/office/powerpoint/2012/main">
        <p15:guide id="1" orient="horz" pos="161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line // Info // Inhalt">
    <p:spTree>
      <p:nvGrpSpPr>
        <p:cNvPr id="1" name=""/>
        <p:cNvGrpSpPr/>
        <p:nvPr/>
      </p:nvGrpSpPr>
      <p:grpSpPr>
        <a:xfrm>
          <a:off x="0" y="0"/>
          <a:ext cx="0" cy="0"/>
          <a:chOff x="0" y="0"/>
          <a:chExt cx="0" cy="0"/>
        </a:xfrm>
      </p:grpSpPr>
      <p:sp>
        <p:nvSpPr>
          <p:cNvPr id="7" name="Datumsplatzhalter 6"/>
          <p:cNvSpPr>
            <a:spLocks noGrp="1"/>
          </p:cNvSpPr>
          <p:nvPr>
            <p:ph type="dt" sz="half" idx="10"/>
          </p:nvPr>
        </p:nvSpPr>
        <p:spPr/>
        <p:txBody>
          <a:bodyPr/>
          <a:lstStyle/>
          <a:p>
            <a:r>
              <a:rPr lang="de-DE" dirty="0" err="1"/>
              <a:t>TechCampus</a:t>
            </a:r>
            <a:endParaRPr lang="de-DE" dirty="0"/>
          </a:p>
        </p:txBody>
      </p:sp>
      <p:sp>
        <p:nvSpPr>
          <p:cNvPr id="8" name="Fußzeilenplatzhalter 7"/>
          <p:cNvSpPr>
            <a:spLocks noGrp="1"/>
          </p:cNvSpPr>
          <p:nvPr>
            <p:ph type="ftr" sz="quarter" idx="11"/>
          </p:nvPr>
        </p:nvSpPr>
        <p:spPr/>
        <p:txBody>
          <a:bodyPr/>
          <a:lstStyle/>
          <a:p>
            <a:r>
              <a:rPr lang="de-DE"/>
              <a:t>Thema des Referats | Referent / Fakultät / Studiengang |  WiSe/SoSe 2017/19</a:t>
            </a:r>
            <a:endParaRPr lang="de-DE" dirty="0"/>
          </a:p>
        </p:txBody>
      </p:sp>
      <p:sp>
        <p:nvSpPr>
          <p:cNvPr id="9" name="Foliennummernplatzhalter 8"/>
          <p:cNvSpPr>
            <a:spLocks noGrp="1"/>
          </p:cNvSpPr>
          <p:nvPr>
            <p:ph type="sldNum" sz="quarter" idx="12"/>
          </p:nvPr>
        </p:nvSpPr>
        <p:spPr/>
        <p:txBody>
          <a:bodyPr/>
          <a:lstStyle/>
          <a:p>
            <a:r>
              <a:rPr lang="de-DE"/>
              <a:t>|  </a:t>
            </a:r>
            <a:fld id="{E6B5151A-17C4-4431-8407-112C0160A8B6}" type="slidenum">
              <a:rPr lang="de-DE" smtClean="0"/>
              <a:pPr/>
              <a:t>‹Nr.›</a:t>
            </a:fld>
            <a:endParaRPr lang="de-DE" dirty="0"/>
          </a:p>
        </p:txBody>
      </p:sp>
      <p:sp>
        <p:nvSpPr>
          <p:cNvPr id="10" name="Titel 9"/>
          <p:cNvSpPr>
            <a:spLocks noGrp="1"/>
          </p:cNvSpPr>
          <p:nvPr>
            <p:ph type="title" hasCustomPrompt="1"/>
          </p:nvPr>
        </p:nvSpPr>
        <p:spPr/>
        <p:txBody>
          <a:bodyPr/>
          <a:lstStyle/>
          <a:p>
            <a:r>
              <a:rPr lang="pt-BR" dirty="0"/>
              <a:t>Headline einfügen</a:t>
            </a:r>
            <a:br>
              <a:rPr lang="pt-BR" dirty="0"/>
            </a:br>
            <a:r>
              <a:rPr lang="pt-BR" dirty="0"/>
              <a:t>über zwei Zeilen</a:t>
            </a:r>
            <a:endParaRPr lang="de-DE" dirty="0"/>
          </a:p>
        </p:txBody>
      </p:sp>
      <p:sp>
        <p:nvSpPr>
          <p:cNvPr id="11" name="Vertikaler Textplatzhalter 2"/>
          <p:cNvSpPr>
            <a:spLocks noGrp="1"/>
          </p:cNvSpPr>
          <p:nvPr>
            <p:ph type="body" orient="vert" idx="13" hasCustomPrompt="1"/>
          </p:nvPr>
        </p:nvSpPr>
        <p:spPr>
          <a:xfrm>
            <a:off x="406400" y="2033700"/>
            <a:ext cx="11377085" cy="396000"/>
          </a:xfrm>
        </p:spPr>
        <p:txBody>
          <a:bodyPr vert="horz"/>
          <a:lstStyle>
            <a:lvl1pPr marL="0" indent="0">
              <a:lnSpc>
                <a:spcPct val="108000"/>
              </a:lnSpc>
              <a:spcBef>
                <a:spcPts val="0"/>
              </a:spcBef>
              <a:spcAft>
                <a:spcPts val="0"/>
              </a:spcAft>
              <a:buFont typeface="Arial" panose="020B0604020202020204" pitchFamily="34" charset="0"/>
              <a:buNone/>
              <a:defRPr sz="1999" b="0">
                <a:solidFill>
                  <a:schemeClr val="tx1"/>
                </a:solidFill>
                <a:latin typeface="+mn-lt"/>
              </a:defRPr>
            </a:lvl1pPr>
            <a:lvl2pPr marL="0" indent="0">
              <a:lnSpc>
                <a:spcPct val="108000"/>
              </a:lnSpc>
              <a:spcBef>
                <a:spcPts val="0"/>
              </a:spcBef>
              <a:spcAft>
                <a:spcPts val="0"/>
              </a:spcAft>
              <a:buNone/>
              <a:defRPr sz="1999" b="0">
                <a:solidFill>
                  <a:schemeClr val="tx1"/>
                </a:solidFill>
                <a:latin typeface="+mn-lt"/>
              </a:defRPr>
            </a:lvl2pPr>
            <a:lvl3pPr marL="0" indent="0">
              <a:lnSpc>
                <a:spcPct val="108000"/>
              </a:lnSpc>
              <a:spcBef>
                <a:spcPts val="0"/>
              </a:spcBef>
              <a:spcAft>
                <a:spcPts val="0"/>
              </a:spcAft>
              <a:buFont typeface="Arial" panose="020B0604020202020204" pitchFamily="34" charset="0"/>
              <a:buNone/>
              <a:defRPr sz="1999" b="0">
                <a:solidFill>
                  <a:schemeClr val="tx1"/>
                </a:solidFill>
                <a:latin typeface="+mn-lt"/>
              </a:defRPr>
            </a:lvl3pPr>
            <a:lvl4pPr marL="0" indent="0">
              <a:lnSpc>
                <a:spcPct val="108000"/>
              </a:lnSpc>
              <a:spcBef>
                <a:spcPts val="0"/>
              </a:spcBef>
              <a:spcAft>
                <a:spcPts val="0"/>
              </a:spcAft>
              <a:buFont typeface="Arial" panose="020B0604020202020204" pitchFamily="34" charset="0"/>
              <a:buNone/>
              <a:defRPr sz="1999" b="0">
                <a:solidFill>
                  <a:schemeClr val="tx1"/>
                </a:solidFill>
                <a:latin typeface="+mn-lt"/>
              </a:defRPr>
            </a:lvl4pPr>
            <a:lvl5pPr marL="0" indent="0">
              <a:lnSpc>
                <a:spcPct val="108000"/>
              </a:lnSpc>
              <a:spcBef>
                <a:spcPts val="0"/>
              </a:spcBef>
              <a:spcAft>
                <a:spcPts val="0"/>
              </a:spcAft>
              <a:buNone/>
              <a:defRPr sz="1999" b="0">
                <a:solidFill>
                  <a:schemeClr val="tx1"/>
                </a:solidFill>
                <a:latin typeface="+mn-lt"/>
              </a:defRPr>
            </a:lvl5pPr>
            <a:lvl6pPr marL="0" indent="0">
              <a:lnSpc>
                <a:spcPct val="108000"/>
              </a:lnSpc>
              <a:spcBef>
                <a:spcPts val="0"/>
              </a:spcBef>
              <a:spcAft>
                <a:spcPts val="0"/>
              </a:spcAft>
              <a:buNone/>
              <a:defRPr sz="1999" b="0">
                <a:solidFill>
                  <a:schemeClr val="tx1"/>
                </a:solidFill>
                <a:latin typeface="+mn-lt"/>
              </a:defRPr>
            </a:lvl6pPr>
            <a:lvl7pPr marL="0" indent="0">
              <a:lnSpc>
                <a:spcPct val="108000"/>
              </a:lnSpc>
              <a:spcBef>
                <a:spcPts val="0"/>
              </a:spcBef>
              <a:spcAft>
                <a:spcPts val="0"/>
              </a:spcAft>
              <a:buFont typeface="Arial" panose="020B0604020202020204" pitchFamily="34" charset="0"/>
              <a:buNone/>
              <a:defRPr sz="1999" b="0">
                <a:solidFill>
                  <a:schemeClr val="tx1"/>
                </a:solidFill>
                <a:latin typeface="+mn-lt"/>
              </a:defRPr>
            </a:lvl7pPr>
            <a:lvl8pPr marL="0" indent="0">
              <a:lnSpc>
                <a:spcPct val="108000"/>
              </a:lnSpc>
              <a:spcBef>
                <a:spcPts val="0"/>
              </a:spcBef>
              <a:spcAft>
                <a:spcPts val="0"/>
              </a:spcAft>
              <a:buFont typeface="Arial" panose="020B0604020202020204" pitchFamily="34" charset="0"/>
              <a:buNone/>
              <a:defRPr sz="1999" b="0">
                <a:solidFill>
                  <a:schemeClr val="tx1"/>
                </a:solidFill>
                <a:latin typeface="+mn-lt"/>
              </a:defRPr>
            </a:lvl8pPr>
            <a:lvl9pPr marL="0" indent="0">
              <a:lnSpc>
                <a:spcPct val="108000"/>
              </a:lnSpc>
              <a:spcBef>
                <a:spcPts val="0"/>
              </a:spcBef>
              <a:spcAft>
                <a:spcPts val="0"/>
              </a:spcAft>
              <a:buFont typeface="Arial" panose="020B0604020202020204" pitchFamily="34" charset="0"/>
              <a:buNone/>
              <a:defRPr sz="1999" b="0">
                <a:solidFill>
                  <a:schemeClr val="tx1"/>
                </a:solidFill>
                <a:latin typeface="+mn-lt"/>
              </a:defRPr>
            </a:lvl9pPr>
          </a:lstStyle>
          <a:p>
            <a:pPr lvl="0"/>
            <a:r>
              <a:rPr lang="de-DE" dirty="0"/>
              <a:t>Kurze Info zum Inhalt</a:t>
            </a:r>
          </a:p>
        </p:txBody>
      </p:sp>
      <p:sp>
        <p:nvSpPr>
          <p:cNvPr id="12" name="Inhaltsplatzhalter 2"/>
          <p:cNvSpPr>
            <a:spLocks noGrp="1"/>
          </p:cNvSpPr>
          <p:nvPr>
            <p:ph idx="1" hasCustomPrompt="1"/>
          </p:nvPr>
        </p:nvSpPr>
        <p:spPr>
          <a:xfrm>
            <a:off x="406405" y="2565404"/>
            <a:ext cx="11377084" cy="3678237"/>
          </a:xfrm>
        </p:spPr>
        <p:txBody>
          <a:bodyPr/>
          <a:lstStyle>
            <a:lvl3pPr>
              <a:spcAft>
                <a:spcPts val="599"/>
              </a:spcAft>
              <a:defRPr/>
            </a:lvl3pPr>
          </a:lstStyle>
          <a:p>
            <a:pPr lvl="0"/>
            <a:r>
              <a:rPr lang="de-DE" dirty="0"/>
              <a:t>Text 22 Pt auf erster Ebene // für Aufzählung 22 Pt,  Text 20 Pt, Zwischenheadline und Aufzählungen 20 Pt &gt;&gt; Menü &gt; Start &gt; Absatz &gt; Listenebne erhöhen </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p:txBody>
      </p:sp>
    </p:spTree>
    <p:extLst>
      <p:ext uri="{BB962C8B-B14F-4D97-AF65-F5344CB8AC3E}">
        <p14:creationId xmlns:p14="http://schemas.microsoft.com/office/powerpoint/2010/main" val="1814554561"/>
      </p:ext>
    </p:extLst>
  </p:cSld>
  <p:clrMapOvr>
    <a:masterClrMapping/>
  </p:clrMapOvr>
  <p:extLst mod="1">
    <p:ext uri="{DCECCB84-F9BA-43D5-87BE-67443E8EF086}">
      <p15:sldGuideLst xmlns:p15="http://schemas.microsoft.com/office/powerpoint/2012/main">
        <p15:guide id="1" orient="horz" pos="161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pt-BR" dirty="0"/>
              <a:t>Headline einfügen</a:t>
            </a:r>
            <a:br>
              <a:rPr lang="pt-BR" dirty="0"/>
            </a:br>
            <a:r>
              <a:rPr lang="pt-BR" dirty="0"/>
              <a:t>über zwei Zeilen</a:t>
            </a:r>
            <a:endParaRPr lang="de-DE" dirty="0"/>
          </a:p>
        </p:txBody>
      </p:sp>
      <p:sp>
        <p:nvSpPr>
          <p:cNvPr id="6" name="Datumsplatzhalter 5">
            <a:extLst>
              <a:ext uri="{FF2B5EF4-FFF2-40B4-BE49-F238E27FC236}">
                <a16:creationId xmlns:a16="http://schemas.microsoft.com/office/drawing/2014/main" id="{654071D8-9D4F-4737-9753-5A4E0952EBE7}"/>
              </a:ext>
            </a:extLst>
          </p:cNvPr>
          <p:cNvSpPr>
            <a:spLocks noGrp="1"/>
          </p:cNvSpPr>
          <p:nvPr>
            <p:ph type="dt" sz="half" idx="10"/>
          </p:nvPr>
        </p:nvSpPr>
        <p:spPr/>
        <p:txBody>
          <a:bodyPr/>
          <a:lstStyle/>
          <a:p>
            <a:r>
              <a:rPr lang="de-DE" dirty="0" err="1"/>
              <a:t>TechCampus</a:t>
            </a:r>
            <a:endParaRPr lang="de-DE" dirty="0"/>
          </a:p>
        </p:txBody>
      </p:sp>
      <p:sp>
        <p:nvSpPr>
          <p:cNvPr id="7" name="Fußzeilenplatzhalter 6">
            <a:extLst>
              <a:ext uri="{FF2B5EF4-FFF2-40B4-BE49-F238E27FC236}">
                <a16:creationId xmlns:a16="http://schemas.microsoft.com/office/drawing/2014/main" id="{5FA9BD1D-40AC-4766-9D87-7CD9F9338F55}"/>
              </a:ext>
            </a:extLst>
          </p:cNvPr>
          <p:cNvSpPr>
            <a:spLocks noGrp="1"/>
          </p:cNvSpPr>
          <p:nvPr>
            <p:ph type="ftr" sz="quarter" idx="11"/>
          </p:nvPr>
        </p:nvSpPr>
        <p:spPr/>
        <p:txBody>
          <a:bodyPr/>
          <a:lstStyle/>
          <a:p>
            <a:r>
              <a:rPr lang="de-DE"/>
              <a:t>Thema des Referats | Referent / Fakultät / Studiengang |  WiSe/SoSe 2017/19</a:t>
            </a:r>
            <a:endParaRPr lang="de-DE" dirty="0"/>
          </a:p>
        </p:txBody>
      </p:sp>
      <p:sp>
        <p:nvSpPr>
          <p:cNvPr id="8" name="Foliennummernplatzhalter 7">
            <a:extLst>
              <a:ext uri="{FF2B5EF4-FFF2-40B4-BE49-F238E27FC236}">
                <a16:creationId xmlns:a16="http://schemas.microsoft.com/office/drawing/2014/main" id="{EB7C7B69-B03E-4D33-9FE9-AB156C53B1B6}"/>
              </a:ext>
            </a:extLst>
          </p:cNvPr>
          <p:cNvSpPr>
            <a:spLocks noGrp="1"/>
          </p:cNvSpPr>
          <p:nvPr>
            <p:ph type="sldNum" sz="quarter" idx="12"/>
          </p:nvPr>
        </p:nvSpPr>
        <p:spPr/>
        <p:txBody>
          <a:bodyPr/>
          <a:lstStyle/>
          <a:p>
            <a:r>
              <a:rPr lang="de-DE"/>
              <a:t>|  </a:t>
            </a:r>
            <a:fld id="{E6B5151A-17C4-4431-8407-112C0160A8B6}" type="slidenum">
              <a:rPr lang="de-DE" smtClean="0"/>
              <a:pPr/>
              <a:t>‹Nr.›</a:t>
            </a:fld>
            <a:endParaRPr lang="de-DE" dirty="0"/>
          </a:p>
        </p:txBody>
      </p:sp>
    </p:spTree>
    <p:extLst>
      <p:ext uri="{BB962C8B-B14F-4D97-AF65-F5344CB8AC3E}">
        <p14:creationId xmlns:p14="http://schemas.microsoft.com/office/powerpoint/2010/main" val="4001056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pic>
        <p:nvPicPr>
          <p:cNvPr id="7" name="Hintergrund"/>
          <p:cNvPicPr>
            <a:picLocks noChangeAspect="1"/>
          </p:cNvPicPr>
          <p:nvPr userDrawn="1"/>
        </p:nvPicPr>
        <p:blipFill rotWithShape="1">
          <a:blip r:embed="rId2">
            <a:extLst>
              <a:ext uri="{28A0092B-C50C-407E-A947-70E740481C1C}">
                <a14:useLocalDpi xmlns:a14="http://schemas.microsoft.com/office/drawing/2010/main" val="0"/>
              </a:ext>
            </a:extLst>
          </a:blip>
          <a:srcRect t="14167"/>
          <a:stretch/>
        </p:blipFill>
        <p:spPr>
          <a:xfrm>
            <a:off x="0" y="971552"/>
            <a:ext cx="12192000" cy="5886449"/>
          </a:xfrm>
          <a:prstGeom prst="rect">
            <a:avLst/>
          </a:prstGeom>
        </p:spPr>
      </p:pic>
      <p:sp>
        <p:nvSpPr>
          <p:cNvPr id="3" name="Datumsplatzhalter 2"/>
          <p:cNvSpPr>
            <a:spLocks noGrp="1"/>
          </p:cNvSpPr>
          <p:nvPr>
            <p:ph type="dt" sz="half" idx="10"/>
          </p:nvPr>
        </p:nvSpPr>
        <p:spPr/>
        <p:txBody>
          <a:bodyPr/>
          <a:lstStyle/>
          <a:p>
            <a:r>
              <a:rPr lang="de-DE" dirty="0" err="1"/>
              <a:t>TechCampus</a:t>
            </a:r>
            <a:endParaRPr lang="de-DE" dirty="0"/>
          </a:p>
        </p:txBody>
      </p:sp>
      <p:sp>
        <p:nvSpPr>
          <p:cNvPr id="8" name="Fußzeilenplatzhalter 7"/>
          <p:cNvSpPr>
            <a:spLocks noGrp="1"/>
          </p:cNvSpPr>
          <p:nvPr>
            <p:ph type="ftr" sz="quarter" idx="11"/>
          </p:nvPr>
        </p:nvSpPr>
        <p:spPr/>
        <p:txBody>
          <a:bodyPr/>
          <a:lstStyle>
            <a:lvl1pPr>
              <a:defRPr>
                <a:solidFill>
                  <a:schemeClr val="bg1"/>
                </a:solidFill>
              </a:defRPr>
            </a:lvl1pPr>
          </a:lstStyle>
          <a:p>
            <a:r>
              <a:rPr lang="de-DE"/>
              <a:t>Thema des Referats | Referent / Fakultät / Studiengang |  WiSe/SoSe 2017/19</a:t>
            </a:r>
            <a:endParaRPr lang="de-DE" dirty="0"/>
          </a:p>
        </p:txBody>
      </p:sp>
      <p:sp>
        <p:nvSpPr>
          <p:cNvPr id="11" name="Foliennummernplatzhalter 10"/>
          <p:cNvSpPr>
            <a:spLocks noGrp="1"/>
          </p:cNvSpPr>
          <p:nvPr>
            <p:ph type="sldNum" sz="quarter" idx="12"/>
          </p:nvPr>
        </p:nvSpPr>
        <p:spPr/>
        <p:txBody>
          <a:bodyPr/>
          <a:lstStyle>
            <a:lvl1pPr>
              <a:defRPr>
                <a:solidFill>
                  <a:schemeClr val="bg1"/>
                </a:solidFill>
              </a:defRPr>
            </a:lvl1pPr>
          </a:lstStyle>
          <a:p>
            <a:r>
              <a:rPr lang="de-DE"/>
              <a:t>|  </a:t>
            </a:r>
            <a:fld id="{E6B5151A-17C4-4431-8407-112C0160A8B6}" type="slidenum">
              <a:rPr lang="de-DE" smtClean="0"/>
              <a:pPr/>
              <a:t>‹Nr.›</a:t>
            </a:fld>
            <a:endParaRPr lang="de-DE" dirty="0"/>
          </a:p>
        </p:txBody>
      </p:sp>
      <p:sp>
        <p:nvSpPr>
          <p:cNvPr id="13" name="Vertikaler Textplatzhalter 2"/>
          <p:cNvSpPr>
            <a:spLocks noGrp="1"/>
          </p:cNvSpPr>
          <p:nvPr>
            <p:ph type="body" orient="vert" idx="13" hasCustomPrompt="1"/>
          </p:nvPr>
        </p:nvSpPr>
        <p:spPr>
          <a:xfrm>
            <a:off x="2088000" y="4284000"/>
            <a:ext cx="9695489" cy="1959639"/>
          </a:xfrm>
        </p:spPr>
        <p:txBody>
          <a:bodyPr vert="horz"/>
          <a:lstStyle>
            <a:lvl1pPr marL="0" marR="0" indent="0" algn="l" defTabSz="914407" rtl="0" eaLnBrk="1" fontAlgn="auto" latinLnBrk="0" hangingPunct="1">
              <a:lnSpc>
                <a:spcPct val="105000"/>
              </a:lnSpc>
              <a:spcBef>
                <a:spcPts val="0"/>
              </a:spcBef>
              <a:spcAft>
                <a:spcPts val="0"/>
              </a:spcAft>
              <a:buClrTx/>
              <a:buSzTx/>
              <a:buFont typeface="Arial" panose="020B0604020202020204" pitchFamily="34" charset="0"/>
              <a:buNone/>
              <a:tabLst/>
              <a:defRPr sz="1999" b="0">
                <a:solidFill>
                  <a:schemeClr val="bg1"/>
                </a:solidFill>
                <a:latin typeface="+mn-lt"/>
              </a:defRPr>
            </a:lvl1pPr>
            <a:lvl2pPr marL="0" indent="0">
              <a:lnSpc>
                <a:spcPct val="105000"/>
              </a:lnSpc>
              <a:spcBef>
                <a:spcPts val="1250"/>
              </a:spcBef>
              <a:spcAft>
                <a:spcPts val="0"/>
              </a:spcAft>
              <a:buNone/>
              <a:defRPr sz="1999" b="1">
                <a:solidFill>
                  <a:schemeClr val="bg1"/>
                </a:solidFill>
                <a:latin typeface="+mj-lt"/>
              </a:defRPr>
            </a:lvl2pPr>
            <a:lvl3pPr marL="0" indent="0">
              <a:lnSpc>
                <a:spcPct val="105000"/>
              </a:lnSpc>
              <a:spcBef>
                <a:spcPts val="1250"/>
              </a:spcBef>
              <a:spcAft>
                <a:spcPts val="0"/>
              </a:spcAft>
              <a:buFont typeface="Arial" panose="020B0604020202020204" pitchFamily="34" charset="0"/>
              <a:buNone/>
              <a:defRPr sz="1999" b="1">
                <a:solidFill>
                  <a:schemeClr val="bg1"/>
                </a:solidFill>
                <a:latin typeface="+mj-lt"/>
              </a:defRPr>
            </a:lvl3pPr>
            <a:lvl4pPr marL="0" indent="0">
              <a:lnSpc>
                <a:spcPct val="105000"/>
              </a:lnSpc>
              <a:spcBef>
                <a:spcPts val="1250"/>
              </a:spcBef>
              <a:spcAft>
                <a:spcPts val="0"/>
              </a:spcAft>
              <a:buFont typeface="Arial" panose="020B0604020202020204" pitchFamily="34" charset="0"/>
              <a:buNone/>
              <a:defRPr sz="1999" b="1">
                <a:solidFill>
                  <a:schemeClr val="bg1"/>
                </a:solidFill>
                <a:latin typeface="+mj-lt"/>
              </a:defRPr>
            </a:lvl4pPr>
            <a:lvl5pPr marL="0" indent="0">
              <a:lnSpc>
                <a:spcPct val="105000"/>
              </a:lnSpc>
              <a:spcBef>
                <a:spcPts val="1250"/>
              </a:spcBef>
              <a:spcAft>
                <a:spcPts val="0"/>
              </a:spcAft>
              <a:buNone/>
              <a:defRPr sz="1999" b="1">
                <a:solidFill>
                  <a:schemeClr val="bg1"/>
                </a:solidFill>
                <a:latin typeface="+mj-lt"/>
              </a:defRPr>
            </a:lvl5pPr>
            <a:lvl6pPr marL="0" indent="0">
              <a:lnSpc>
                <a:spcPct val="105000"/>
              </a:lnSpc>
              <a:spcBef>
                <a:spcPts val="1250"/>
              </a:spcBef>
              <a:spcAft>
                <a:spcPts val="0"/>
              </a:spcAft>
              <a:buNone/>
              <a:defRPr sz="1999" b="1">
                <a:solidFill>
                  <a:schemeClr val="bg1"/>
                </a:solidFill>
                <a:latin typeface="+mj-lt"/>
              </a:defRPr>
            </a:lvl6pPr>
            <a:lvl7pPr marL="0" indent="0">
              <a:lnSpc>
                <a:spcPct val="105000"/>
              </a:lnSpc>
              <a:spcBef>
                <a:spcPts val="1250"/>
              </a:spcBef>
              <a:spcAft>
                <a:spcPts val="0"/>
              </a:spcAft>
              <a:buFont typeface="Arial" panose="020B0604020202020204" pitchFamily="34" charset="0"/>
              <a:buNone/>
              <a:defRPr sz="1999" b="1">
                <a:solidFill>
                  <a:schemeClr val="bg1"/>
                </a:solidFill>
                <a:latin typeface="+mj-lt"/>
              </a:defRPr>
            </a:lvl7pPr>
            <a:lvl8pPr marL="0" indent="0">
              <a:lnSpc>
                <a:spcPct val="105000"/>
              </a:lnSpc>
              <a:spcBef>
                <a:spcPts val="1250"/>
              </a:spcBef>
              <a:spcAft>
                <a:spcPts val="0"/>
              </a:spcAft>
              <a:buFont typeface="Arial" panose="020B0604020202020204" pitchFamily="34" charset="0"/>
              <a:buNone/>
              <a:defRPr sz="1999" b="1">
                <a:solidFill>
                  <a:schemeClr val="bg1"/>
                </a:solidFill>
                <a:latin typeface="+mj-lt"/>
              </a:defRPr>
            </a:lvl8pPr>
            <a:lvl9pPr marL="0" indent="0">
              <a:lnSpc>
                <a:spcPct val="105000"/>
              </a:lnSpc>
              <a:spcBef>
                <a:spcPts val="1250"/>
              </a:spcBef>
              <a:spcAft>
                <a:spcPts val="0"/>
              </a:spcAft>
              <a:buFont typeface="Arial" panose="020B0604020202020204" pitchFamily="34" charset="0"/>
              <a:buNone/>
              <a:defRPr sz="1999" b="1">
                <a:solidFill>
                  <a:schemeClr val="bg1"/>
                </a:solidFill>
                <a:latin typeface="+mj-lt"/>
              </a:defRPr>
            </a:lvl9pPr>
          </a:lstStyle>
          <a:p>
            <a:pPr marL="0" marR="0" lvl="0" indent="0" algn="l" defTabSz="914407" rtl="0" eaLnBrk="1" fontAlgn="auto" latinLnBrk="0" hangingPunct="1">
              <a:lnSpc>
                <a:spcPct val="105000"/>
              </a:lnSpc>
              <a:spcBef>
                <a:spcPts val="0"/>
              </a:spcBef>
              <a:spcAft>
                <a:spcPts val="0"/>
              </a:spcAft>
              <a:buClrTx/>
              <a:buSzTx/>
              <a:buFont typeface="Arial" panose="020B0604020202020204" pitchFamily="34" charset="0"/>
              <a:buNone/>
              <a:tabLst/>
              <a:defRPr/>
            </a:pPr>
            <a:r>
              <a:rPr lang="de-DE" dirty="0"/>
              <a:t>Bei Fragen kontaktieren Sie bitte:</a:t>
            </a:r>
            <a:br>
              <a:rPr lang="de-DE" dirty="0"/>
            </a:br>
            <a:r>
              <a:rPr lang="de-DE" dirty="0"/>
              <a:t>Vorname Nachname (Menü &gt; Listenebne erhöhen)</a:t>
            </a:r>
            <a:br>
              <a:rPr lang="de-DE" dirty="0"/>
            </a:br>
            <a:r>
              <a:rPr lang="de-DE" dirty="0"/>
              <a:t>Fakultät XY | Fachrichtung </a:t>
            </a:r>
            <a:br>
              <a:rPr lang="de-DE" dirty="0"/>
            </a:br>
            <a:r>
              <a:rPr lang="de-DE" dirty="0"/>
              <a:t>meike.muster@hs-heilbronn.de</a:t>
            </a:r>
          </a:p>
        </p:txBody>
      </p:sp>
      <p:sp>
        <p:nvSpPr>
          <p:cNvPr id="12" name="Vertikaler Textplatzhalter 2"/>
          <p:cNvSpPr>
            <a:spLocks noGrp="1"/>
          </p:cNvSpPr>
          <p:nvPr>
            <p:ph type="body" orient="vert" idx="14" hasCustomPrompt="1"/>
          </p:nvPr>
        </p:nvSpPr>
        <p:spPr>
          <a:xfrm>
            <a:off x="2087996" y="2097092"/>
            <a:ext cx="9695489" cy="1915337"/>
          </a:xfrm>
        </p:spPr>
        <p:txBody>
          <a:bodyPr vert="horz" anchor="ctr" anchorCtr="0"/>
          <a:lstStyle>
            <a:lvl1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1pPr>
            <a:lvl2pPr marL="0" indent="0">
              <a:lnSpc>
                <a:spcPct val="100000"/>
              </a:lnSpc>
              <a:spcBef>
                <a:spcPts val="0"/>
              </a:spcBef>
              <a:spcAft>
                <a:spcPts val="0"/>
              </a:spcAft>
              <a:buFont typeface="Arial" panose="020B0604020202020204" pitchFamily="34" charset="0"/>
              <a:buNone/>
              <a:defRPr sz="5800" b="1" cap="all" spc="300" baseline="0">
                <a:solidFill>
                  <a:schemeClr val="bg1"/>
                </a:solidFill>
                <a:latin typeface="+mj-lt"/>
              </a:defRPr>
            </a:lvl2pPr>
            <a:lvl3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3pPr>
            <a:lvl4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4pPr>
            <a:lvl5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5pPr>
            <a:lvl6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6pPr>
            <a:lvl7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7pPr>
            <a:lvl8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8pPr>
            <a:lvl9pPr marL="0" indent="0">
              <a:lnSpc>
                <a:spcPct val="100000"/>
              </a:lnSpc>
              <a:spcBef>
                <a:spcPts val="0"/>
              </a:spcBef>
              <a:spcAft>
                <a:spcPts val="0"/>
              </a:spcAft>
              <a:buFont typeface="Arial" panose="020B0604020202020204" pitchFamily="34" charset="0"/>
              <a:buNone/>
              <a:defRPr sz="5800" b="1" cap="all" spc="180" baseline="0">
                <a:solidFill>
                  <a:schemeClr val="bg1"/>
                </a:solidFill>
                <a:latin typeface="+mj-lt"/>
              </a:defRPr>
            </a:lvl9pPr>
          </a:lstStyle>
          <a:p>
            <a:pPr lvl="0"/>
            <a:r>
              <a:rPr lang="de-DE" dirty="0"/>
              <a:t>Schlusswort</a:t>
            </a:r>
          </a:p>
        </p:txBody>
      </p:sp>
      <p:sp>
        <p:nvSpPr>
          <p:cNvPr id="15" name="Bildplatzhalter 2">
            <a:extLst>
              <a:ext uri="{FF2B5EF4-FFF2-40B4-BE49-F238E27FC236}">
                <a16:creationId xmlns:a16="http://schemas.microsoft.com/office/drawing/2014/main" id="{BCE84AFA-A866-402D-A07B-4A22F5614A57}"/>
              </a:ext>
            </a:extLst>
          </p:cNvPr>
          <p:cNvSpPr>
            <a:spLocks noGrp="1"/>
          </p:cNvSpPr>
          <p:nvPr>
            <p:ph type="pic" idx="15" hasCustomPrompt="1"/>
          </p:nvPr>
        </p:nvSpPr>
        <p:spPr>
          <a:xfrm>
            <a:off x="576000" y="4716000"/>
            <a:ext cx="1080000" cy="1080000"/>
          </a:xfrm>
          <a:prstGeom prst="ellipse">
            <a:avLst/>
          </a:prstGeom>
          <a:noFill/>
        </p:spPr>
        <p:txBody>
          <a:bodyPr/>
          <a:lstStyle>
            <a:lvl1pPr marL="0" indent="0" algn="ctr">
              <a:spcAft>
                <a:spcPts val="0"/>
              </a:spcAft>
              <a:buNone/>
              <a:defRPr sz="1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Bild einfügen</a:t>
            </a:r>
          </a:p>
        </p:txBody>
      </p:sp>
    </p:spTree>
    <p:extLst>
      <p:ext uri="{BB962C8B-B14F-4D97-AF65-F5344CB8AC3E}">
        <p14:creationId xmlns:p14="http://schemas.microsoft.com/office/powerpoint/2010/main" val="2983600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654071D8-9D4F-4737-9753-5A4E0952EBE7}"/>
              </a:ext>
            </a:extLst>
          </p:cNvPr>
          <p:cNvSpPr>
            <a:spLocks noGrp="1"/>
          </p:cNvSpPr>
          <p:nvPr>
            <p:ph type="dt" sz="half" idx="10"/>
          </p:nvPr>
        </p:nvSpPr>
        <p:spPr/>
        <p:txBody>
          <a:bodyPr/>
          <a:lstStyle/>
          <a:p>
            <a:r>
              <a:rPr lang="de-DE" dirty="0" err="1"/>
              <a:t>TechCampus</a:t>
            </a:r>
            <a:endParaRPr lang="de-DE" dirty="0"/>
          </a:p>
        </p:txBody>
      </p:sp>
      <p:sp>
        <p:nvSpPr>
          <p:cNvPr id="7" name="Fußzeilenplatzhalter 6">
            <a:extLst>
              <a:ext uri="{FF2B5EF4-FFF2-40B4-BE49-F238E27FC236}">
                <a16:creationId xmlns:a16="http://schemas.microsoft.com/office/drawing/2014/main" id="{5FA9BD1D-40AC-4766-9D87-7CD9F9338F55}"/>
              </a:ext>
            </a:extLst>
          </p:cNvPr>
          <p:cNvSpPr>
            <a:spLocks noGrp="1"/>
          </p:cNvSpPr>
          <p:nvPr>
            <p:ph type="ftr" sz="quarter" idx="11"/>
          </p:nvPr>
        </p:nvSpPr>
        <p:spPr/>
        <p:txBody>
          <a:bodyPr/>
          <a:lstStyle/>
          <a:p>
            <a:r>
              <a:rPr lang="de-DE"/>
              <a:t>Thema des Referats | Referent / Fakultät / Studiengang |  WiSe/SoSe 2017/19</a:t>
            </a:r>
            <a:endParaRPr lang="de-DE" dirty="0"/>
          </a:p>
        </p:txBody>
      </p:sp>
      <p:sp>
        <p:nvSpPr>
          <p:cNvPr id="8" name="Foliennummernplatzhalter 7">
            <a:extLst>
              <a:ext uri="{FF2B5EF4-FFF2-40B4-BE49-F238E27FC236}">
                <a16:creationId xmlns:a16="http://schemas.microsoft.com/office/drawing/2014/main" id="{EB7C7B69-B03E-4D33-9FE9-AB156C53B1B6}"/>
              </a:ext>
            </a:extLst>
          </p:cNvPr>
          <p:cNvSpPr>
            <a:spLocks noGrp="1"/>
          </p:cNvSpPr>
          <p:nvPr>
            <p:ph type="sldNum" sz="quarter" idx="12"/>
          </p:nvPr>
        </p:nvSpPr>
        <p:spPr/>
        <p:txBody>
          <a:bodyPr/>
          <a:lstStyle/>
          <a:p>
            <a:r>
              <a:rPr lang="de-DE"/>
              <a:t>|  </a:t>
            </a:r>
            <a:fld id="{E6B5151A-17C4-4431-8407-112C0160A8B6}" type="slidenum">
              <a:rPr lang="de-DE" smtClean="0"/>
              <a:pPr/>
              <a:t>‹Nr.›</a:t>
            </a:fld>
            <a:endParaRPr lang="de-DE" dirty="0"/>
          </a:p>
        </p:txBody>
      </p:sp>
    </p:spTree>
    <p:extLst>
      <p:ext uri="{BB962C8B-B14F-4D97-AF65-F5344CB8AC3E}">
        <p14:creationId xmlns:p14="http://schemas.microsoft.com/office/powerpoint/2010/main" val="158635105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3.emf" Type="http://schemas.openxmlformats.org/officeDocument/2006/relationships/image" /><Relationship Id="rId2" Target="../slideLayouts/slideLayout2.xml" Type="http://schemas.openxmlformats.org/officeDocument/2006/relationships/slideLayout" /><Relationship Id="rId16" Target="../media/image2.pn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media/image1.png" Type="http://schemas.openxmlformats.org/officeDocument/2006/relationships/image"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p:bgRef idx="1001">
        <a:schemeClr val="bg1"/>
      </p:bgRef>
    </p:bg>
    <p:spTree>
      <p:nvGrpSpPr>
        <p:cNvPr id="1" name=""/>
        <p:cNvGrpSpPr/>
        <p:nvPr/>
      </p:nvGrpSpPr>
      <p:grpSpPr>
        <a:xfrm>
          <a:off x="0" y="0"/>
          <a:ext cx="0" cy="0"/>
          <a:chOff x="0" y="0"/>
          <a:chExt cx="0" cy="0"/>
        </a:xfrm>
      </p:grpSpPr>
      <p:grpSp>
        <p:nvGrpSpPr>
          <p:cNvPr id="9" name="Regieanweisungen"/>
          <p:cNvGrpSpPr/>
          <p:nvPr/>
        </p:nvGrpSpPr>
        <p:grpSpPr>
          <a:xfrm>
            <a:off x="-2253886" y="-468000"/>
            <a:ext cx="17181886" cy="7668001"/>
            <a:chOff x="-1690413" y="-468001"/>
            <a:chExt cx="12886413" cy="7668001"/>
          </a:xfrm>
        </p:grpSpPr>
        <p:sp>
          <p:nvSpPr>
            <p:cNvPr id="11" name="Hilfslinien"/>
            <p:cNvSpPr txBox="1"/>
            <p:nvPr userDrawn="1"/>
          </p:nvSpPr>
          <p:spPr>
            <a:xfrm flipH="1" flipV="1" rot="10800000">
              <a:off x="4571999" y="-468000"/>
              <a:ext cx="4264800" cy="360000"/>
            </a:xfrm>
            <a:prstGeom prst="rect">
              <a:avLst/>
            </a:prstGeom>
            <a:noFill/>
            <a:ln w="12700">
              <a:noFill/>
            </a:ln>
          </p:spPr>
          <p:txBody>
            <a:bodyPr anchor="b" anchorCtr="0" bIns="0" lIns="0" rIns="0" rtlCol="0" tIns="0" vert="horz" wrap="square">
              <a:noAutofit/>
            </a:bodyPr>
            <a:lstStyle>
              <a:defPPr>
                <a:defRPr lang="de-DE"/>
              </a:defPPr>
              <a:lvl1pPr algn="l" defTabSz="1043056" eaLnBrk="1" hangingPunct="1" latinLnBrk="0" marL="0" rtl="0">
                <a:defRPr kern="1200" sz="2100">
                  <a:solidFill>
                    <a:schemeClr val="tx1"/>
                  </a:solidFill>
                  <a:latin typeface="+mn-lt"/>
                  <a:ea typeface="+mn-ea"/>
                  <a:cs typeface="+mn-cs"/>
                </a:defRPr>
              </a:lvl1pPr>
              <a:lvl2pPr algn="l" defTabSz="1043056" eaLnBrk="1" hangingPunct="1" latinLnBrk="0" marL="521528" rtl="0">
                <a:defRPr kern="1200" sz="2100">
                  <a:solidFill>
                    <a:schemeClr val="tx1"/>
                  </a:solidFill>
                  <a:latin typeface="+mn-lt"/>
                  <a:ea typeface="+mn-ea"/>
                  <a:cs typeface="+mn-cs"/>
                </a:defRPr>
              </a:lvl2pPr>
              <a:lvl3pPr algn="l" defTabSz="1043056" eaLnBrk="1" hangingPunct="1" latinLnBrk="0" marL="1043056" rtl="0">
                <a:defRPr kern="1200" sz="2100">
                  <a:solidFill>
                    <a:schemeClr val="tx1"/>
                  </a:solidFill>
                  <a:latin typeface="+mn-lt"/>
                  <a:ea typeface="+mn-ea"/>
                  <a:cs typeface="+mn-cs"/>
                </a:defRPr>
              </a:lvl3pPr>
              <a:lvl4pPr algn="l" defTabSz="1043056" eaLnBrk="1" hangingPunct="1" latinLnBrk="0" marL="1564584" rtl="0">
                <a:defRPr kern="1200" sz="2100">
                  <a:solidFill>
                    <a:schemeClr val="tx1"/>
                  </a:solidFill>
                  <a:latin typeface="+mn-lt"/>
                  <a:ea typeface="+mn-ea"/>
                  <a:cs typeface="+mn-cs"/>
                </a:defRPr>
              </a:lvl4pPr>
              <a:lvl5pPr algn="l" defTabSz="1043056" eaLnBrk="1" hangingPunct="1" latinLnBrk="0" marL="2086112" rtl="0">
                <a:defRPr kern="1200" sz="2100">
                  <a:solidFill>
                    <a:schemeClr val="tx1"/>
                  </a:solidFill>
                  <a:latin typeface="+mn-lt"/>
                  <a:ea typeface="+mn-ea"/>
                  <a:cs typeface="+mn-cs"/>
                </a:defRPr>
              </a:lvl5pPr>
              <a:lvl6pPr algn="l" defTabSz="1043056" eaLnBrk="1" hangingPunct="1" latinLnBrk="0" marL="2607640" rtl="0">
                <a:defRPr kern="1200" sz="2100">
                  <a:solidFill>
                    <a:schemeClr val="tx1"/>
                  </a:solidFill>
                  <a:latin typeface="+mn-lt"/>
                  <a:ea typeface="+mn-ea"/>
                  <a:cs typeface="+mn-cs"/>
                </a:defRPr>
              </a:lvl6pPr>
              <a:lvl7pPr algn="l" defTabSz="1043056" eaLnBrk="1" hangingPunct="1" latinLnBrk="0" marL="3129168" rtl="0">
                <a:defRPr kern="1200" sz="2100">
                  <a:solidFill>
                    <a:schemeClr val="tx1"/>
                  </a:solidFill>
                  <a:latin typeface="+mn-lt"/>
                  <a:ea typeface="+mn-ea"/>
                  <a:cs typeface="+mn-cs"/>
                </a:defRPr>
              </a:lvl7pPr>
              <a:lvl8pPr algn="l" defTabSz="1043056" eaLnBrk="1" hangingPunct="1" latinLnBrk="0" marL="3650696" rtl="0">
                <a:defRPr kern="1200" sz="2100">
                  <a:solidFill>
                    <a:schemeClr val="tx1"/>
                  </a:solidFill>
                  <a:latin typeface="+mn-lt"/>
                  <a:ea typeface="+mn-ea"/>
                  <a:cs typeface="+mn-cs"/>
                </a:defRPr>
              </a:lvl8pPr>
              <a:lvl9pPr algn="l" defTabSz="1043056" eaLnBrk="1" hangingPunct="1" latinLnBrk="0" marL="4172224" rtl="0">
                <a:defRPr kern="1200" sz="2100">
                  <a:solidFill>
                    <a:schemeClr val="tx1"/>
                  </a:solidFill>
                  <a:latin typeface="+mn-lt"/>
                  <a:ea typeface="+mn-ea"/>
                  <a:cs typeface="+mn-cs"/>
                </a:defRPr>
              </a:lvl9pPr>
            </a:lstStyle>
            <a:p>
              <a:pPr algn="r" defTabSz="2871433" eaLnBrk="1" fontAlgn="auto" hangingPunct="1" indent="0" latinLnBrk="0" lvl="0" marL="0" marR="0" rtl="0">
                <a:lnSpc>
                  <a:spcPct val="100000"/>
                </a:lnSpc>
                <a:spcBef>
                  <a:spcPts val="0"/>
                </a:spcBef>
                <a:spcAft>
                  <a:spcPts val="0"/>
                </a:spcAft>
                <a:buClrTx/>
                <a:buSzTx/>
                <a:buFontTx/>
                <a:buNone/>
                <a:tabLst/>
                <a:defRPr/>
              </a:pPr>
              <a:r>
                <a:rPr b="0" baseline="0" cap="none" dirty="0" i="0" kern="1200" kumimoji="0" lang="de-DE" noProof="0" normalizeH="0" spc="0" strike="noStrike" sz="1000" u="none">
                  <a:ln>
                    <a:noFill/>
                  </a:ln>
                  <a:solidFill>
                    <a:schemeClr val="tx1"/>
                  </a:solidFill>
                  <a:effectLst/>
                  <a:uLnTx/>
                  <a:uFillTx/>
                  <a:latin typeface="+mn-lt"/>
                  <a:ea typeface="+mn-ea"/>
                  <a:cs typeface="+mn-cs"/>
                </a:rPr>
                <a:t>Hilfslinien anzeigen über Menu: </a:t>
              </a:r>
            </a:p>
            <a:p>
              <a:pPr algn="r" defTabSz="2871433" eaLnBrk="1" fontAlgn="auto" hangingPunct="1" indent="0" latinLnBrk="0" lvl="0" marL="0" marR="0" rtl="0">
                <a:lnSpc>
                  <a:spcPct val="100000"/>
                </a:lnSpc>
                <a:spcBef>
                  <a:spcPts val="0"/>
                </a:spcBef>
                <a:spcAft>
                  <a:spcPts val="0"/>
                </a:spcAft>
                <a:buClrTx/>
                <a:buSzTx/>
                <a:buFontTx/>
                <a:buNone/>
                <a:tabLst/>
                <a:defRPr/>
              </a:pPr>
              <a:r>
                <a:rPr b="1" baseline="0" cap="none" dirty="0" i="0" kern="1200" kumimoji="0" lang="de-DE" noProof="0" normalizeH="0" spc="0" strike="noStrike" sz="1000" u="none">
                  <a:ln>
                    <a:noFill/>
                  </a:ln>
                  <a:solidFill>
                    <a:schemeClr val="tx1"/>
                  </a:solidFill>
                  <a:effectLst/>
                  <a:uLnTx/>
                  <a:uFillTx/>
                  <a:latin typeface="+mn-lt"/>
                  <a:ea typeface="+mn-ea"/>
                  <a:cs typeface="+mn-cs"/>
                </a:rPr>
                <a:t>Ansicht &gt; Anzeigen &gt; </a:t>
              </a:r>
              <a:r>
                <a:rPr b="0" baseline="0" cap="none" dirty="0" i="0" kern="1200" kumimoji="0" lang="de-DE" noProof="0" normalizeH="0" spc="0" strike="noStrike" sz="1000" u="none">
                  <a:ln>
                    <a:noFill/>
                  </a:ln>
                  <a:solidFill>
                    <a:schemeClr val="tx1"/>
                  </a:solidFill>
                  <a:effectLst/>
                  <a:uLnTx/>
                  <a:uFillTx/>
                  <a:latin typeface="+mn-lt"/>
                  <a:ea typeface="+mn-ea"/>
                  <a:cs typeface="+mn-cs"/>
                </a:rPr>
                <a:t>Haken</a:t>
              </a:r>
              <a:r>
                <a:rPr b="1" baseline="0" cap="none" dirty="0" i="0" kern="1200" kumimoji="0" lang="de-DE" noProof="0" normalizeH="0" spc="0" strike="noStrike" sz="1000" u="none">
                  <a:ln>
                    <a:noFill/>
                  </a:ln>
                  <a:solidFill>
                    <a:schemeClr val="tx1"/>
                  </a:solidFill>
                  <a:effectLst/>
                  <a:uLnTx/>
                  <a:uFillTx/>
                  <a:latin typeface="+mn-lt"/>
                  <a:ea typeface="+mn-ea"/>
                  <a:cs typeface="+mn-cs"/>
                </a:rPr>
                <a:t> </a:t>
              </a:r>
              <a:r>
                <a:rPr b="0" baseline="0" cap="none" dirty="0" i="0" kern="1200" kumimoji="0" lang="de-DE" noProof="0" normalizeH="0" spc="0" strike="noStrike" sz="1000" u="none">
                  <a:ln>
                    <a:noFill/>
                  </a:ln>
                  <a:solidFill>
                    <a:schemeClr val="tx1"/>
                  </a:solidFill>
                  <a:effectLst/>
                  <a:uLnTx/>
                  <a:uFillTx/>
                  <a:latin typeface="+mn-lt"/>
                  <a:ea typeface="+mn-ea"/>
                  <a:cs typeface="+mn-cs"/>
                </a:rPr>
                <a:t>bei</a:t>
              </a:r>
              <a:r>
                <a:rPr b="1" baseline="0" cap="none" dirty="0" i="0" kern="1200" kumimoji="0" lang="de-DE" noProof="0" normalizeH="0" spc="0" strike="noStrike" sz="1000" u="none">
                  <a:ln>
                    <a:noFill/>
                  </a:ln>
                  <a:solidFill>
                    <a:schemeClr val="tx1"/>
                  </a:solidFill>
                  <a:effectLst/>
                  <a:uLnTx/>
                  <a:uFillTx/>
                  <a:latin typeface="+mn-lt"/>
                  <a:ea typeface="+mn-ea"/>
                  <a:cs typeface="+mn-cs"/>
                </a:rPr>
                <a:t> Führungslinien </a:t>
              </a:r>
              <a:r>
                <a:rPr b="0" baseline="0" cap="none" dirty="0" i="0" kern="1200" kumimoji="0" lang="de-DE" noProof="0" normalizeH="0" spc="0" strike="noStrike" sz="1000" u="none">
                  <a:ln>
                    <a:noFill/>
                  </a:ln>
                  <a:solidFill>
                    <a:schemeClr val="tx1"/>
                  </a:solidFill>
                  <a:effectLst/>
                  <a:uLnTx/>
                  <a:uFillTx/>
                  <a:latin typeface="+mn-lt"/>
                  <a:ea typeface="+mn-ea"/>
                  <a:cs typeface="+mn-cs"/>
                </a:rPr>
                <a:t>setzen</a:t>
              </a:r>
            </a:p>
          </p:txBody>
        </p:sp>
        <p:sp>
          <p:nvSpPr>
            <p:cNvPr id="13" name="Zurücksetzen"/>
            <p:cNvSpPr txBox="1"/>
            <p:nvPr userDrawn="1"/>
          </p:nvSpPr>
          <p:spPr>
            <a:xfrm flipH="1" flipV="1" rot="10800000">
              <a:off x="9252000" y="-1"/>
              <a:ext cx="1944000" cy="898525"/>
            </a:xfrm>
            <a:prstGeom prst="rect">
              <a:avLst/>
            </a:prstGeom>
            <a:noFill/>
            <a:ln w="12700">
              <a:noFill/>
            </a:ln>
          </p:spPr>
          <p:txBody>
            <a:bodyPr anchor="t" anchorCtr="0" bIns="0" lIns="0" rIns="0" rtlCol="0" tIns="0" vert="horz" wrap="square">
              <a:noAutofit/>
            </a:bodyPr>
            <a:lstStyle>
              <a:defPPr>
                <a:defRPr lang="de-DE"/>
              </a:defPPr>
              <a:lvl1pPr algn="l" defTabSz="1043056" eaLnBrk="1" hangingPunct="1" latinLnBrk="0" marL="0" rtl="0">
                <a:defRPr kern="1200" sz="2100">
                  <a:solidFill>
                    <a:schemeClr val="tx1"/>
                  </a:solidFill>
                  <a:latin typeface="+mn-lt"/>
                  <a:ea typeface="+mn-ea"/>
                  <a:cs typeface="+mn-cs"/>
                </a:defRPr>
              </a:lvl1pPr>
              <a:lvl2pPr algn="l" defTabSz="1043056" eaLnBrk="1" hangingPunct="1" latinLnBrk="0" marL="521528" rtl="0">
                <a:defRPr kern="1200" sz="2100">
                  <a:solidFill>
                    <a:schemeClr val="tx1"/>
                  </a:solidFill>
                  <a:latin typeface="+mn-lt"/>
                  <a:ea typeface="+mn-ea"/>
                  <a:cs typeface="+mn-cs"/>
                </a:defRPr>
              </a:lvl2pPr>
              <a:lvl3pPr algn="l" defTabSz="1043056" eaLnBrk="1" hangingPunct="1" latinLnBrk="0" marL="1043056" rtl="0">
                <a:defRPr kern="1200" sz="2100">
                  <a:solidFill>
                    <a:schemeClr val="tx1"/>
                  </a:solidFill>
                  <a:latin typeface="+mn-lt"/>
                  <a:ea typeface="+mn-ea"/>
                  <a:cs typeface="+mn-cs"/>
                </a:defRPr>
              </a:lvl3pPr>
              <a:lvl4pPr algn="l" defTabSz="1043056" eaLnBrk="1" hangingPunct="1" latinLnBrk="0" marL="1564584" rtl="0">
                <a:defRPr kern="1200" sz="2100">
                  <a:solidFill>
                    <a:schemeClr val="tx1"/>
                  </a:solidFill>
                  <a:latin typeface="+mn-lt"/>
                  <a:ea typeface="+mn-ea"/>
                  <a:cs typeface="+mn-cs"/>
                </a:defRPr>
              </a:lvl4pPr>
              <a:lvl5pPr algn="l" defTabSz="1043056" eaLnBrk="1" hangingPunct="1" latinLnBrk="0" marL="2086112" rtl="0">
                <a:defRPr kern="1200" sz="2100">
                  <a:solidFill>
                    <a:schemeClr val="tx1"/>
                  </a:solidFill>
                  <a:latin typeface="+mn-lt"/>
                  <a:ea typeface="+mn-ea"/>
                  <a:cs typeface="+mn-cs"/>
                </a:defRPr>
              </a:lvl5pPr>
              <a:lvl6pPr algn="l" defTabSz="1043056" eaLnBrk="1" hangingPunct="1" latinLnBrk="0" marL="2607640" rtl="0">
                <a:defRPr kern="1200" sz="2100">
                  <a:solidFill>
                    <a:schemeClr val="tx1"/>
                  </a:solidFill>
                  <a:latin typeface="+mn-lt"/>
                  <a:ea typeface="+mn-ea"/>
                  <a:cs typeface="+mn-cs"/>
                </a:defRPr>
              </a:lvl6pPr>
              <a:lvl7pPr algn="l" defTabSz="1043056" eaLnBrk="1" hangingPunct="1" latinLnBrk="0" marL="3129168" rtl="0">
                <a:defRPr kern="1200" sz="2100">
                  <a:solidFill>
                    <a:schemeClr val="tx1"/>
                  </a:solidFill>
                  <a:latin typeface="+mn-lt"/>
                  <a:ea typeface="+mn-ea"/>
                  <a:cs typeface="+mn-cs"/>
                </a:defRPr>
              </a:lvl7pPr>
              <a:lvl8pPr algn="l" defTabSz="1043056" eaLnBrk="1" hangingPunct="1" latinLnBrk="0" marL="3650696" rtl="0">
                <a:defRPr kern="1200" sz="2100">
                  <a:solidFill>
                    <a:schemeClr val="tx1"/>
                  </a:solidFill>
                  <a:latin typeface="+mn-lt"/>
                  <a:ea typeface="+mn-ea"/>
                  <a:cs typeface="+mn-cs"/>
                </a:defRPr>
              </a:lvl8pPr>
              <a:lvl9pPr algn="l" defTabSz="1043056" eaLnBrk="1" hangingPunct="1" latinLnBrk="0" marL="4172224" rtl="0">
                <a:defRPr kern="1200" sz="2100">
                  <a:solidFill>
                    <a:schemeClr val="tx1"/>
                  </a:solidFill>
                  <a:latin typeface="+mn-lt"/>
                  <a:ea typeface="+mn-ea"/>
                  <a:cs typeface="+mn-cs"/>
                </a:defRPr>
              </a:lvl9pPr>
            </a:lstStyle>
            <a:p>
              <a:pPr algn="l" indent="0">
                <a:lnSpc>
                  <a:spcPct val="100000"/>
                </a:lnSpc>
                <a:spcBef>
                  <a:spcPts val="0"/>
                </a:spcBef>
                <a:spcAft>
                  <a:spcPts val="0"/>
                </a:spcAft>
              </a:pPr>
              <a:r>
                <a:rPr b="0" baseline="0" dirty="0" lang="de-DE" sz="1000">
                  <a:solidFill>
                    <a:schemeClr val="tx1"/>
                  </a:solidFill>
                  <a:latin typeface="+mn-lt"/>
                </a:rPr>
                <a:t>Folie in Ursprungsform </a:t>
              </a:r>
            </a:p>
            <a:p>
              <a:pPr algn="l" indent="0">
                <a:lnSpc>
                  <a:spcPct val="100000"/>
                </a:lnSpc>
                <a:spcBef>
                  <a:spcPts val="0"/>
                </a:spcBef>
                <a:spcAft>
                  <a:spcPts val="0"/>
                </a:spcAft>
              </a:pPr>
              <a:r>
                <a:rPr b="0" baseline="0" dirty="0" lang="de-DE" sz="1000">
                  <a:solidFill>
                    <a:schemeClr val="tx1"/>
                  </a:solidFill>
                  <a:latin typeface="+mn-lt"/>
                </a:rPr>
                <a:t>bringen über Menu:</a:t>
              </a:r>
            </a:p>
            <a:p>
              <a:pPr algn="l" indent="0">
                <a:lnSpc>
                  <a:spcPct val="100000"/>
                </a:lnSpc>
                <a:spcBef>
                  <a:spcPts val="0"/>
                </a:spcBef>
                <a:spcAft>
                  <a:spcPts val="0"/>
                </a:spcAft>
              </a:pPr>
              <a:r>
                <a:rPr b="1" baseline="0" dirty="0" lang="de-DE" sz="1000">
                  <a:solidFill>
                    <a:schemeClr val="tx1"/>
                  </a:solidFill>
                  <a:latin typeface="+mn-lt"/>
                </a:rPr>
                <a:t>Start &gt; Folien &gt; Zurücksetzen</a:t>
              </a:r>
            </a:p>
          </p:txBody>
        </p:sp>
        <p:sp>
          <p:nvSpPr>
            <p:cNvPr id="14" name="Layoutwechsel"/>
            <p:cNvSpPr txBox="1"/>
            <p:nvPr userDrawn="1"/>
          </p:nvSpPr>
          <p:spPr>
            <a:xfrm flipH="1" flipV="1" rot="10800000">
              <a:off x="9252000" y="1008000"/>
              <a:ext cx="1944000" cy="504000"/>
            </a:xfrm>
            <a:prstGeom prst="rect">
              <a:avLst/>
            </a:prstGeom>
            <a:noFill/>
            <a:ln w="12700">
              <a:noFill/>
            </a:ln>
          </p:spPr>
          <p:txBody>
            <a:bodyPr anchor="t" anchorCtr="0" bIns="0" lIns="0" rIns="0" rtlCol="0" tIns="0" vert="horz" wrap="square">
              <a:noAutofit/>
            </a:bodyPr>
            <a:lstStyle>
              <a:defPPr>
                <a:defRPr lang="de-DE"/>
              </a:defPPr>
              <a:lvl1pPr algn="l" defTabSz="1043056" eaLnBrk="1" hangingPunct="1" latinLnBrk="0" marL="0" rtl="0">
                <a:defRPr kern="1200" sz="2100">
                  <a:solidFill>
                    <a:schemeClr val="tx1"/>
                  </a:solidFill>
                  <a:latin typeface="+mn-lt"/>
                  <a:ea typeface="+mn-ea"/>
                  <a:cs typeface="+mn-cs"/>
                </a:defRPr>
              </a:lvl1pPr>
              <a:lvl2pPr algn="l" defTabSz="1043056" eaLnBrk="1" hangingPunct="1" latinLnBrk="0" marL="521528" rtl="0">
                <a:defRPr kern="1200" sz="2100">
                  <a:solidFill>
                    <a:schemeClr val="tx1"/>
                  </a:solidFill>
                  <a:latin typeface="+mn-lt"/>
                  <a:ea typeface="+mn-ea"/>
                  <a:cs typeface="+mn-cs"/>
                </a:defRPr>
              </a:lvl2pPr>
              <a:lvl3pPr algn="l" defTabSz="1043056" eaLnBrk="1" hangingPunct="1" latinLnBrk="0" marL="1043056" rtl="0">
                <a:defRPr kern="1200" sz="2100">
                  <a:solidFill>
                    <a:schemeClr val="tx1"/>
                  </a:solidFill>
                  <a:latin typeface="+mn-lt"/>
                  <a:ea typeface="+mn-ea"/>
                  <a:cs typeface="+mn-cs"/>
                </a:defRPr>
              </a:lvl3pPr>
              <a:lvl4pPr algn="l" defTabSz="1043056" eaLnBrk="1" hangingPunct="1" latinLnBrk="0" marL="1564584" rtl="0">
                <a:defRPr kern="1200" sz="2100">
                  <a:solidFill>
                    <a:schemeClr val="tx1"/>
                  </a:solidFill>
                  <a:latin typeface="+mn-lt"/>
                  <a:ea typeface="+mn-ea"/>
                  <a:cs typeface="+mn-cs"/>
                </a:defRPr>
              </a:lvl4pPr>
              <a:lvl5pPr algn="l" defTabSz="1043056" eaLnBrk="1" hangingPunct="1" latinLnBrk="0" marL="2086112" rtl="0">
                <a:defRPr kern="1200" sz="2100">
                  <a:solidFill>
                    <a:schemeClr val="tx1"/>
                  </a:solidFill>
                  <a:latin typeface="+mn-lt"/>
                  <a:ea typeface="+mn-ea"/>
                  <a:cs typeface="+mn-cs"/>
                </a:defRPr>
              </a:lvl5pPr>
              <a:lvl6pPr algn="l" defTabSz="1043056" eaLnBrk="1" hangingPunct="1" latinLnBrk="0" marL="2607640" rtl="0">
                <a:defRPr kern="1200" sz="2100">
                  <a:solidFill>
                    <a:schemeClr val="tx1"/>
                  </a:solidFill>
                  <a:latin typeface="+mn-lt"/>
                  <a:ea typeface="+mn-ea"/>
                  <a:cs typeface="+mn-cs"/>
                </a:defRPr>
              </a:lvl6pPr>
              <a:lvl7pPr algn="l" defTabSz="1043056" eaLnBrk="1" hangingPunct="1" latinLnBrk="0" marL="3129168" rtl="0">
                <a:defRPr kern="1200" sz="2100">
                  <a:solidFill>
                    <a:schemeClr val="tx1"/>
                  </a:solidFill>
                  <a:latin typeface="+mn-lt"/>
                  <a:ea typeface="+mn-ea"/>
                  <a:cs typeface="+mn-cs"/>
                </a:defRPr>
              </a:lvl7pPr>
              <a:lvl8pPr algn="l" defTabSz="1043056" eaLnBrk="1" hangingPunct="1" latinLnBrk="0" marL="3650696" rtl="0">
                <a:defRPr kern="1200" sz="2100">
                  <a:solidFill>
                    <a:schemeClr val="tx1"/>
                  </a:solidFill>
                  <a:latin typeface="+mn-lt"/>
                  <a:ea typeface="+mn-ea"/>
                  <a:cs typeface="+mn-cs"/>
                </a:defRPr>
              </a:lvl8pPr>
              <a:lvl9pPr algn="l" defTabSz="1043056" eaLnBrk="1" hangingPunct="1" latinLnBrk="0" marL="4172224" rtl="0">
                <a:defRPr kern="1200" sz="2100">
                  <a:solidFill>
                    <a:schemeClr val="tx1"/>
                  </a:solidFill>
                  <a:latin typeface="+mn-lt"/>
                  <a:ea typeface="+mn-ea"/>
                  <a:cs typeface="+mn-cs"/>
                </a:defRPr>
              </a:lvl9pPr>
            </a:lstStyle>
            <a:p>
              <a:pPr algn="l" indent="0">
                <a:lnSpc>
                  <a:spcPct val="100000"/>
                </a:lnSpc>
                <a:spcBef>
                  <a:spcPts val="0"/>
                </a:spcBef>
                <a:spcAft>
                  <a:spcPts val="0"/>
                </a:spcAft>
              </a:pPr>
              <a:r>
                <a:rPr b="0" baseline="0" dirty="0" lang="de-DE" sz="1000">
                  <a:solidFill>
                    <a:schemeClr val="tx1"/>
                  </a:solidFill>
                  <a:latin typeface="+mn-lt"/>
                </a:rPr>
                <a:t>Wechsel des Folienlayouts </a:t>
              </a:r>
              <a:br>
                <a:rPr b="0" baseline="0" dirty="0" lang="de-DE" sz="1000">
                  <a:solidFill>
                    <a:schemeClr val="tx1"/>
                  </a:solidFill>
                  <a:latin typeface="+mn-lt"/>
                </a:rPr>
              </a:br>
              <a:r>
                <a:rPr b="0" baseline="0" dirty="0" lang="de-DE" sz="1000">
                  <a:solidFill>
                    <a:schemeClr val="tx1"/>
                  </a:solidFill>
                  <a:latin typeface="+mn-lt"/>
                </a:rPr>
                <a:t>im Menü über:</a:t>
              </a:r>
            </a:p>
            <a:p>
              <a:pPr algn="l" defTabSz="2517253" eaLnBrk="1" fontAlgn="auto" hangingPunct="1" indent="0" latinLnBrk="0" lvl="0" marL="0" marR="0" rtl="0">
                <a:lnSpc>
                  <a:spcPct val="100000"/>
                </a:lnSpc>
                <a:spcBef>
                  <a:spcPts val="0"/>
                </a:spcBef>
                <a:spcAft>
                  <a:spcPts val="0"/>
                </a:spcAft>
                <a:buClrTx/>
                <a:buSzTx/>
                <a:buFontTx/>
                <a:buNone/>
                <a:tabLst/>
                <a:defRPr/>
              </a:pPr>
              <a:r>
                <a:rPr b="1" baseline="0" dirty="0" lang="de-DE" sz="1000">
                  <a:solidFill>
                    <a:schemeClr val="tx1"/>
                  </a:solidFill>
                  <a:latin typeface="+mn-lt"/>
                </a:rPr>
                <a:t>Start &gt; Folien &gt; Layout</a:t>
              </a:r>
            </a:p>
          </p:txBody>
        </p:sp>
        <p:sp>
          <p:nvSpPr>
            <p:cNvPr id="15" name="Text // Listenebene erhöhen"/>
            <p:cNvSpPr txBox="1"/>
            <p:nvPr userDrawn="1"/>
          </p:nvSpPr>
          <p:spPr>
            <a:xfrm>
              <a:off x="-1516796" y="2871934"/>
              <a:ext cx="898412" cy="288000"/>
            </a:xfrm>
            <a:prstGeom prst="rect">
              <a:avLst/>
            </a:prstGeom>
            <a:noFill/>
          </p:spPr>
          <p:txBody>
            <a:bodyPr anchor="ctr" anchorCtr="0" bIns="0" lIns="0" rIns="0" rtlCol="0" tIns="0" wrap="square">
              <a:noAutofit/>
            </a:bodyPr>
            <a:lstStyle/>
            <a:p>
              <a:pPr algn="r" defTabSz="2517253" eaLnBrk="1" fontAlgn="auto" hangingPunct="1" indent="0" latinLnBrk="0" lvl="0" marL="0" marR="0" rtl="0">
                <a:lnSpc>
                  <a:spcPct val="100000"/>
                </a:lnSpc>
                <a:spcBef>
                  <a:spcPts val="0"/>
                </a:spcBef>
                <a:spcAft>
                  <a:spcPts val="0"/>
                </a:spcAft>
                <a:buClrTx/>
                <a:buSzTx/>
                <a:buFontTx/>
                <a:buNone/>
                <a:tabLst/>
                <a:defRPr/>
              </a:pPr>
              <a:r>
                <a:rPr b="1" baseline="0" dirty="0" lang="de-DE" sz="1000">
                  <a:solidFill>
                    <a:schemeClr val="tx1"/>
                  </a:solidFill>
                  <a:latin typeface="+mn-lt"/>
                </a:rPr>
                <a:t>Listenebene</a:t>
              </a:r>
            </a:p>
            <a:p>
              <a:pPr algn="r" defTabSz="2517253" eaLnBrk="1" fontAlgn="auto" hangingPunct="1" indent="0" latinLnBrk="0" lvl="0" marL="0" marR="0" rtl="0">
                <a:lnSpc>
                  <a:spcPct val="100000"/>
                </a:lnSpc>
                <a:spcBef>
                  <a:spcPts val="0"/>
                </a:spcBef>
                <a:spcAft>
                  <a:spcPts val="0"/>
                </a:spcAft>
                <a:buClrTx/>
                <a:buSzTx/>
                <a:buFontTx/>
                <a:buNone/>
                <a:tabLst/>
                <a:defRPr/>
              </a:pPr>
              <a:r>
                <a:rPr b="1" baseline="0" dirty="0" lang="de-DE" sz="1000">
                  <a:solidFill>
                    <a:schemeClr val="tx1"/>
                  </a:solidFill>
                  <a:latin typeface="+mn-lt"/>
                </a:rPr>
                <a:t>erhöhen</a:t>
              </a:r>
            </a:p>
          </p:txBody>
        </p:sp>
        <p:sp>
          <p:nvSpPr>
            <p:cNvPr id="16" name="Text // Listenebene verringern"/>
            <p:cNvSpPr txBox="1"/>
            <p:nvPr userDrawn="1"/>
          </p:nvSpPr>
          <p:spPr>
            <a:xfrm>
              <a:off x="-1516796" y="3267934"/>
              <a:ext cx="898412" cy="288001"/>
            </a:xfrm>
            <a:prstGeom prst="rect">
              <a:avLst/>
            </a:prstGeom>
            <a:noFill/>
          </p:spPr>
          <p:txBody>
            <a:bodyPr anchor="ctr" anchorCtr="0" bIns="0" lIns="0" rIns="0" rtlCol="0" tIns="0" wrap="square">
              <a:noAutofit/>
            </a:bodyPr>
            <a:lstStyle/>
            <a:p>
              <a:pPr algn="r" defTabSz="2517253" eaLnBrk="1" fontAlgn="auto" hangingPunct="1" indent="0" latinLnBrk="0" lvl="0" marL="0" marR="0" rtl="0">
                <a:lnSpc>
                  <a:spcPct val="100000"/>
                </a:lnSpc>
                <a:spcBef>
                  <a:spcPts val="0"/>
                </a:spcBef>
                <a:spcAft>
                  <a:spcPts val="0"/>
                </a:spcAft>
                <a:buClrTx/>
                <a:buSzTx/>
                <a:buFontTx/>
                <a:buNone/>
                <a:tabLst/>
                <a:defRPr/>
              </a:pPr>
              <a:r>
                <a:rPr b="1" baseline="0" dirty="0" lang="de-DE" sz="1000">
                  <a:solidFill>
                    <a:schemeClr val="tx1"/>
                  </a:solidFill>
                  <a:latin typeface="+mn-lt"/>
                </a:rPr>
                <a:t>Listenebene</a:t>
              </a:r>
            </a:p>
            <a:p>
              <a:pPr algn="r" defTabSz="2517253" eaLnBrk="1" fontAlgn="auto" hangingPunct="1" indent="0" latinLnBrk="0" lvl="0" marL="0" marR="0" rtl="0">
                <a:lnSpc>
                  <a:spcPct val="100000"/>
                </a:lnSpc>
                <a:spcBef>
                  <a:spcPts val="0"/>
                </a:spcBef>
                <a:spcAft>
                  <a:spcPts val="0"/>
                </a:spcAft>
                <a:buClrTx/>
                <a:buSzTx/>
                <a:buFontTx/>
                <a:buNone/>
                <a:tabLst/>
                <a:defRPr/>
              </a:pPr>
              <a:r>
                <a:rPr b="1" baseline="0" dirty="0" lang="de-DE" sz="1000">
                  <a:solidFill>
                    <a:schemeClr val="tx1"/>
                  </a:solidFill>
                  <a:latin typeface="+mn-lt"/>
                </a:rPr>
                <a:t>verringern</a:t>
              </a:r>
            </a:p>
          </p:txBody>
        </p:sp>
        <p:sp>
          <p:nvSpPr>
            <p:cNvPr id="17" name="Listenebenen"/>
            <p:cNvSpPr txBox="1"/>
            <p:nvPr userDrawn="1"/>
          </p:nvSpPr>
          <p:spPr>
            <a:xfrm flipH="1" flipV="1" rot="10800000">
              <a:off x="-1690413" y="2124000"/>
              <a:ext cx="1584000" cy="792000"/>
            </a:xfrm>
            <a:prstGeom prst="rect">
              <a:avLst/>
            </a:prstGeom>
            <a:noFill/>
            <a:ln w="12700">
              <a:noFill/>
            </a:ln>
          </p:spPr>
          <p:txBody>
            <a:bodyPr anchor="t" anchorCtr="0" bIns="0" lIns="0" rIns="0" rtlCol="0" tIns="0" vert="horz" wrap="square">
              <a:noAutofit/>
            </a:bodyPr>
            <a:lstStyle>
              <a:defPPr>
                <a:defRPr lang="de-DE"/>
              </a:defPPr>
              <a:lvl1pPr algn="l" defTabSz="1043056" eaLnBrk="1" hangingPunct="1" latinLnBrk="0" marL="0" rtl="0">
                <a:defRPr kern="1200" sz="2100">
                  <a:solidFill>
                    <a:schemeClr val="tx1"/>
                  </a:solidFill>
                  <a:latin typeface="+mn-lt"/>
                  <a:ea typeface="+mn-ea"/>
                  <a:cs typeface="+mn-cs"/>
                </a:defRPr>
              </a:lvl1pPr>
              <a:lvl2pPr algn="l" defTabSz="1043056" eaLnBrk="1" hangingPunct="1" latinLnBrk="0" marL="521528" rtl="0">
                <a:defRPr kern="1200" sz="2100">
                  <a:solidFill>
                    <a:schemeClr val="tx1"/>
                  </a:solidFill>
                  <a:latin typeface="+mn-lt"/>
                  <a:ea typeface="+mn-ea"/>
                  <a:cs typeface="+mn-cs"/>
                </a:defRPr>
              </a:lvl2pPr>
              <a:lvl3pPr algn="l" defTabSz="1043056" eaLnBrk="1" hangingPunct="1" latinLnBrk="0" marL="1043056" rtl="0">
                <a:defRPr kern="1200" sz="2100">
                  <a:solidFill>
                    <a:schemeClr val="tx1"/>
                  </a:solidFill>
                  <a:latin typeface="+mn-lt"/>
                  <a:ea typeface="+mn-ea"/>
                  <a:cs typeface="+mn-cs"/>
                </a:defRPr>
              </a:lvl3pPr>
              <a:lvl4pPr algn="l" defTabSz="1043056" eaLnBrk="1" hangingPunct="1" latinLnBrk="0" marL="1564584" rtl="0">
                <a:defRPr kern="1200" sz="2100">
                  <a:solidFill>
                    <a:schemeClr val="tx1"/>
                  </a:solidFill>
                  <a:latin typeface="+mn-lt"/>
                  <a:ea typeface="+mn-ea"/>
                  <a:cs typeface="+mn-cs"/>
                </a:defRPr>
              </a:lvl4pPr>
              <a:lvl5pPr algn="l" defTabSz="1043056" eaLnBrk="1" hangingPunct="1" latinLnBrk="0" marL="2086112" rtl="0">
                <a:defRPr kern="1200" sz="2100">
                  <a:solidFill>
                    <a:schemeClr val="tx1"/>
                  </a:solidFill>
                  <a:latin typeface="+mn-lt"/>
                  <a:ea typeface="+mn-ea"/>
                  <a:cs typeface="+mn-cs"/>
                </a:defRPr>
              </a:lvl5pPr>
              <a:lvl6pPr algn="l" defTabSz="1043056" eaLnBrk="1" hangingPunct="1" latinLnBrk="0" marL="2607640" rtl="0">
                <a:defRPr kern="1200" sz="2100">
                  <a:solidFill>
                    <a:schemeClr val="tx1"/>
                  </a:solidFill>
                  <a:latin typeface="+mn-lt"/>
                  <a:ea typeface="+mn-ea"/>
                  <a:cs typeface="+mn-cs"/>
                </a:defRPr>
              </a:lvl6pPr>
              <a:lvl7pPr algn="l" defTabSz="1043056" eaLnBrk="1" hangingPunct="1" latinLnBrk="0" marL="3129168" rtl="0">
                <a:defRPr kern="1200" sz="2100">
                  <a:solidFill>
                    <a:schemeClr val="tx1"/>
                  </a:solidFill>
                  <a:latin typeface="+mn-lt"/>
                  <a:ea typeface="+mn-ea"/>
                  <a:cs typeface="+mn-cs"/>
                </a:defRPr>
              </a:lvl7pPr>
              <a:lvl8pPr algn="l" defTabSz="1043056" eaLnBrk="1" hangingPunct="1" latinLnBrk="0" marL="3650696" rtl="0">
                <a:defRPr kern="1200" sz="2100">
                  <a:solidFill>
                    <a:schemeClr val="tx1"/>
                  </a:solidFill>
                  <a:latin typeface="+mn-lt"/>
                  <a:ea typeface="+mn-ea"/>
                  <a:cs typeface="+mn-cs"/>
                </a:defRPr>
              </a:lvl8pPr>
              <a:lvl9pPr algn="l" defTabSz="1043056" eaLnBrk="1" hangingPunct="1" latinLnBrk="0" marL="4172224" rtl="0">
                <a:defRPr kern="1200" sz="2100">
                  <a:solidFill>
                    <a:schemeClr val="tx1"/>
                  </a:solidFill>
                  <a:latin typeface="+mn-lt"/>
                  <a:ea typeface="+mn-ea"/>
                  <a:cs typeface="+mn-cs"/>
                </a:defRPr>
              </a:lvl9pPr>
            </a:lstStyle>
            <a:p>
              <a:pPr algn="r" defTabSz="2517253" eaLnBrk="1" fontAlgn="auto" hangingPunct="1" indent="0" latinLnBrk="0" lvl="0" marL="0" marR="0" rtl="0">
                <a:lnSpc>
                  <a:spcPct val="100000"/>
                </a:lnSpc>
                <a:spcBef>
                  <a:spcPts val="0"/>
                </a:spcBef>
                <a:spcAft>
                  <a:spcPts val="0"/>
                </a:spcAft>
                <a:buClrTx/>
                <a:buSzTx/>
                <a:buFontTx/>
                <a:buNone/>
                <a:tabLst/>
                <a:defRPr/>
              </a:pPr>
              <a:r>
                <a:rPr b="0" baseline="0" dirty="0" lang="de-DE" sz="1000">
                  <a:solidFill>
                    <a:schemeClr val="tx1"/>
                  </a:solidFill>
                  <a:latin typeface="+mn-lt"/>
                </a:rPr>
                <a:t>Wechsel der Textebene</a:t>
              </a:r>
            </a:p>
            <a:p>
              <a:pPr algn="r" defTabSz="2517253" eaLnBrk="1" fontAlgn="auto" hangingPunct="1" indent="0" latinLnBrk="0" lvl="0" marL="0" marR="0" rtl="0">
                <a:lnSpc>
                  <a:spcPct val="100000"/>
                </a:lnSpc>
                <a:spcBef>
                  <a:spcPts val="0"/>
                </a:spcBef>
                <a:spcAft>
                  <a:spcPts val="0"/>
                </a:spcAft>
                <a:buClrTx/>
                <a:buSzTx/>
                <a:buFontTx/>
                <a:buNone/>
                <a:tabLst/>
                <a:defRPr/>
              </a:pPr>
              <a:r>
                <a:rPr b="0" baseline="0" dirty="0" lang="de-DE" sz="1000">
                  <a:solidFill>
                    <a:schemeClr val="tx1"/>
                  </a:solidFill>
                  <a:latin typeface="+mn-lt"/>
                </a:rPr>
                <a:t>im Menü über: </a:t>
              </a:r>
              <a:br>
                <a:rPr b="0" baseline="0" dirty="0" lang="de-DE" sz="1000">
                  <a:solidFill>
                    <a:schemeClr val="tx1"/>
                  </a:solidFill>
                  <a:latin typeface="+mn-lt"/>
                </a:rPr>
              </a:br>
              <a:r>
                <a:rPr b="1" baseline="0" dirty="0" lang="de-DE" sz="1000">
                  <a:solidFill>
                    <a:schemeClr val="tx1"/>
                  </a:solidFill>
                  <a:latin typeface="+mn-lt"/>
                </a:rPr>
                <a:t>Start &gt; Absatz &gt; Listenebene erhöhen/verringern</a:t>
              </a:r>
            </a:p>
          </p:txBody>
        </p:sp>
        <p:pic>
          <p:nvPicPr>
            <p:cNvPr id="18" name="Bild // Listenebene verringern"/>
            <p:cNvPicPr>
              <a:picLocks noChangeAspect="1"/>
            </p:cNvPicPr>
            <p:nvPr userDrawn="1"/>
          </p:nvPicPr>
          <p:blipFill>
            <a:blip r:embed="rId15"/>
            <a:stretch>
              <a:fillRect/>
            </a:stretch>
          </p:blipFill>
          <p:spPr>
            <a:xfrm>
              <a:off x="-544788" y="3267934"/>
              <a:ext cx="385763" cy="238125"/>
            </a:xfrm>
            <a:prstGeom prst="rect">
              <a:avLst/>
            </a:prstGeom>
          </p:spPr>
        </p:pic>
        <p:pic>
          <p:nvPicPr>
            <p:cNvPr id="19" name="Bild // Listenebene erhöhen"/>
            <p:cNvPicPr>
              <a:picLocks noChangeAspect="1"/>
            </p:cNvPicPr>
            <p:nvPr userDrawn="1"/>
          </p:nvPicPr>
          <p:blipFill>
            <a:blip r:embed="rId16"/>
            <a:stretch>
              <a:fillRect/>
            </a:stretch>
          </p:blipFill>
          <p:spPr>
            <a:xfrm>
              <a:off x="-544788" y="2871934"/>
              <a:ext cx="385763" cy="238125"/>
            </a:xfrm>
            <a:prstGeom prst="rect">
              <a:avLst/>
            </a:prstGeom>
          </p:spPr>
        </p:pic>
        <p:sp>
          <p:nvSpPr>
            <p:cNvPr id="20" name="Fußzeile"/>
            <p:cNvSpPr txBox="1"/>
            <p:nvPr userDrawn="1"/>
          </p:nvSpPr>
          <p:spPr>
            <a:xfrm flipH="1" flipV="1" rot="10800000">
              <a:off x="304799" y="6984000"/>
              <a:ext cx="5531475" cy="216000"/>
            </a:xfrm>
            <a:prstGeom prst="rect">
              <a:avLst/>
            </a:prstGeom>
            <a:noFill/>
            <a:ln w="12700">
              <a:noFill/>
            </a:ln>
          </p:spPr>
          <p:txBody>
            <a:bodyPr anchor="t" anchorCtr="0" bIns="0" lIns="0" rIns="0" rtlCol="0" tIns="0" vert="horz" wrap="square">
              <a:noAutofit/>
            </a:bodyPr>
            <a:lstStyle>
              <a:defPPr>
                <a:defRPr lang="de-DE"/>
              </a:defPPr>
              <a:lvl1pPr algn="l" defTabSz="1043056" eaLnBrk="1" hangingPunct="1" latinLnBrk="0" marL="0" rtl="0">
                <a:defRPr kern="1200" sz="2100">
                  <a:solidFill>
                    <a:schemeClr val="tx1"/>
                  </a:solidFill>
                  <a:latin typeface="+mn-lt"/>
                  <a:ea typeface="+mn-ea"/>
                  <a:cs typeface="+mn-cs"/>
                </a:defRPr>
              </a:lvl1pPr>
              <a:lvl2pPr algn="l" defTabSz="1043056" eaLnBrk="1" hangingPunct="1" latinLnBrk="0" marL="521528" rtl="0">
                <a:defRPr kern="1200" sz="2100">
                  <a:solidFill>
                    <a:schemeClr val="tx1"/>
                  </a:solidFill>
                  <a:latin typeface="+mn-lt"/>
                  <a:ea typeface="+mn-ea"/>
                  <a:cs typeface="+mn-cs"/>
                </a:defRPr>
              </a:lvl2pPr>
              <a:lvl3pPr algn="l" defTabSz="1043056" eaLnBrk="1" hangingPunct="1" latinLnBrk="0" marL="1043056" rtl="0">
                <a:defRPr kern="1200" sz="2100">
                  <a:solidFill>
                    <a:schemeClr val="tx1"/>
                  </a:solidFill>
                  <a:latin typeface="+mn-lt"/>
                  <a:ea typeface="+mn-ea"/>
                  <a:cs typeface="+mn-cs"/>
                </a:defRPr>
              </a:lvl3pPr>
              <a:lvl4pPr algn="l" defTabSz="1043056" eaLnBrk="1" hangingPunct="1" latinLnBrk="0" marL="1564584" rtl="0">
                <a:defRPr kern="1200" sz="2100">
                  <a:solidFill>
                    <a:schemeClr val="tx1"/>
                  </a:solidFill>
                  <a:latin typeface="+mn-lt"/>
                  <a:ea typeface="+mn-ea"/>
                  <a:cs typeface="+mn-cs"/>
                </a:defRPr>
              </a:lvl4pPr>
              <a:lvl5pPr algn="l" defTabSz="1043056" eaLnBrk="1" hangingPunct="1" latinLnBrk="0" marL="2086112" rtl="0">
                <a:defRPr kern="1200" sz="2100">
                  <a:solidFill>
                    <a:schemeClr val="tx1"/>
                  </a:solidFill>
                  <a:latin typeface="+mn-lt"/>
                  <a:ea typeface="+mn-ea"/>
                  <a:cs typeface="+mn-cs"/>
                </a:defRPr>
              </a:lvl5pPr>
              <a:lvl6pPr algn="l" defTabSz="1043056" eaLnBrk="1" hangingPunct="1" latinLnBrk="0" marL="2607640" rtl="0">
                <a:defRPr kern="1200" sz="2100">
                  <a:solidFill>
                    <a:schemeClr val="tx1"/>
                  </a:solidFill>
                  <a:latin typeface="+mn-lt"/>
                  <a:ea typeface="+mn-ea"/>
                  <a:cs typeface="+mn-cs"/>
                </a:defRPr>
              </a:lvl6pPr>
              <a:lvl7pPr algn="l" defTabSz="1043056" eaLnBrk="1" hangingPunct="1" latinLnBrk="0" marL="3129168" rtl="0">
                <a:defRPr kern="1200" sz="2100">
                  <a:solidFill>
                    <a:schemeClr val="tx1"/>
                  </a:solidFill>
                  <a:latin typeface="+mn-lt"/>
                  <a:ea typeface="+mn-ea"/>
                  <a:cs typeface="+mn-cs"/>
                </a:defRPr>
              </a:lvl7pPr>
              <a:lvl8pPr algn="l" defTabSz="1043056" eaLnBrk="1" hangingPunct="1" latinLnBrk="0" marL="3650696" rtl="0">
                <a:defRPr kern="1200" sz="2100">
                  <a:solidFill>
                    <a:schemeClr val="tx1"/>
                  </a:solidFill>
                  <a:latin typeface="+mn-lt"/>
                  <a:ea typeface="+mn-ea"/>
                  <a:cs typeface="+mn-cs"/>
                </a:defRPr>
              </a:lvl8pPr>
              <a:lvl9pPr algn="l" defTabSz="1043056" eaLnBrk="1" hangingPunct="1" latinLnBrk="0" marL="4172224" rtl="0">
                <a:defRPr kern="1200" sz="2100">
                  <a:solidFill>
                    <a:schemeClr val="tx1"/>
                  </a:solidFill>
                  <a:latin typeface="+mn-lt"/>
                  <a:ea typeface="+mn-ea"/>
                  <a:cs typeface="+mn-cs"/>
                </a:defRPr>
              </a:lvl9pPr>
            </a:lstStyle>
            <a:p>
              <a:pPr algn="l" defTabSz="2871433" eaLnBrk="1" fontAlgn="auto" hangingPunct="1" indent="0" latinLnBrk="0" lvl="0" marL="0" marR="0" rtl="0">
                <a:lnSpc>
                  <a:spcPct val="100000"/>
                </a:lnSpc>
                <a:spcBef>
                  <a:spcPts val="0"/>
                </a:spcBef>
                <a:spcAft>
                  <a:spcPts val="0"/>
                </a:spcAft>
                <a:buClrTx/>
                <a:buSzTx/>
                <a:buFontTx/>
                <a:buNone/>
                <a:tabLst/>
                <a:defRPr/>
              </a:pPr>
              <a:r>
                <a:rPr b="0" baseline="0" dirty="0" lang="de-DE" sz="1000">
                  <a:solidFill>
                    <a:schemeClr val="tx1"/>
                  </a:solidFill>
                  <a:latin typeface="+mn-lt"/>
                </a:rPr>
                <a:t>Fußzeile anpassen: </a:t>
              </a:r>
              <a:r>
                <a:rPr b="1" baseline="0" dirty="0" lang="de-DE" sz="1000">
                  <a:solidFill>
                    <a:schemeClr val="tx1"/>
                  </a:solidFill>
                  <a:latin typeface="+mn-lt"/>
                </a:rPr>
                <a:t>Einfügen &gt; Text &gt; Kopf- und Fußzeile</a:t>
              </a:r>
            </a:p>
          </p:txBody>
        </p:sp>
        <p:sp>
          <p:nvSpPr>
            <p:cNvPr id="21" name="Kopfzeile"/>
            <p:cNvSpPr txBox="1"/>
            <p:nvPr userDrawn="1"/>
          </p:nvSpPr>
          <p:spPr>
            <a:xfrm flipH="1" flipV="1" rot="10800000">
              <a:off x="304800" y="-468001"/>
              <a:ext cx="4267199" cy="360002"/>
            </a:xfrm>
            <a:prstGeom prst="rect">
              <a:avLst/>
            </a:prstGeom>
            <a:noFill/>
            <a:ln w="12700">
              <a:noFill/>
            </a:ln>
          </p:spPr>
          <p:txBody>
            <a:bodyPr anchor="b" anchorCtr="0" bIns="0" lIns="0" rIns="0" rtlCol="0" tIns="0" vert="horz" wrap="square">
              <a:noAutofit/>
            </a:bodyPr>
            <a:lstStyle>
              <a:defPPr>
                <a:defRPr lang="de-DE"/>
              </a:defPPr>
              <a:lvl1pPr algn="l" defTabSz="1043056" eaLnBrk="1" hangingPunct="1" latinLnBrk="0" marL="0" rtl="0">
                <a:defRPr kern="1200" sz="2100">
                  <a:solidFill>
                    <a:schemeClr val="tx1"/>
                  </a:solidFill>
                  <a:latin typeface="+mn-lt"/>
                  <a:ea typeface="+mn-ea"/>
                  <a:cs typeface="+mn-cs"/>
                </a:defRPr>
              </a:lvl1pPr>
              <a:lvl2pPr algn="l" defTabSz="1043056" eaLnBrk="1" hangingPunct="1" latinLnBrk="0" marL="521528" rtl="0">
                <a:defRPr kern="1200" sz="2100">
                  <a:solidFill>
                    <a:schemeClr val="tx1"/>
                  </a:solidFill>
                  <a:latin typeface="+mn-lt"/>
                  <a:ea typeface="+mn-ea"/>
                  <a:cs typeface="+mn-cs"/>
                </a:defRPr>
              </a:lvl2pPr>
              <a:lvl3pPr algn="l" defTabSz="1043056" eaLnBrk="1" hangingPunct="1" latinLnBrk="0" marL="1043056" rtl="0">
                <a:defRPr kern="1200" sz="2100">
                  <a:solidFill>
                    <a:schemeClr val="tx1"/>
                  </a:solidFill>
                  <a:latin typeface="+mn-lt"/>
                  <a:ea typeface="+mn-ea"/>
                  <a:cs typeface="+mn-cs"/>
                </a:defRPr>
              </a:lvl3pPr>
              <a:lvl4pPr algn="l" defTabSz="1043056" eaLnBrk="1" hangingPunct="1" latinLnBrk="0" marL="1564584" rtl="0">
                <a:defRPr kern="1200" sz="2100">
                  <a:solidFill>
                    <a:schemeClr val="tx1"/>
                  </a:solidFill>
                  <a:latin typeface="+mn-lt"/>
                  <a:ea typeface="+mn-ea"/>
                  <a:cs typeface="+mn-cs"/>
                </a:defRPr>
              </a:lvl4pPr>
              <a:lvl5pPr algn="l" defTabSz="1043056" eaLnBrk="1" hangingPunct="1" latinLnBrk="0" marL="2086112" rtl="0">
                <a:defRPr kern="1200" sz="2100">
                  <a:solidFill>
                    <a:schemeClr val="tx1"/>
                  </a:solidFill>
                  <a:latin typeface="+mn-lt"/>
                  <a:ea typeface="+mn-ea"/>
                  <a:cs typeface="+mn-cs"/>
                </a:defRPr>
              </a:lvl5pPr>
              <a:lvl6pPr algn="l" defTabSz="1043056" eaLnBrk="1" hangingPunct="1" latinLnBrk="0" marL="2607640" rtl="0">
                <a:defRPr kern="1200" sz="2100">
                  <a:solidFill>
                    <a:schemeClr val="tx1"/>
                  </a:solidFill>
                  <a:latin typeface="+mn-lt"/>
                  <a:ea typeface="+mn-ea"/>
                  <a:cs typeface="+mn-cs"/>
                </a:defRPr>
              </a:lvl6pPr>
              <a:lvl7pPr algn="l" defTabSz="1043056" eaLnBrk="1" hangingPunct="1" latinLnBrk="0" marL="3129168" rtl="0">
                <a:defRPr kern="1200" sz="2100">
                  <a:solidFill>
                    <a:schemeClr val="tx1"/>
                  </a:solidFill>
                  <a:latin typeface="+mn-lt"/>
                  <a:ea typeface="+mn-ea"/>
                  <a:cs typeface="+mn-cs"/>
                </a:defRPr>
              </a:lvl7pPr>
              <a:lvl8pPr algn="l" defTabSz="1043056" eaLnBrk="1" hangingPunct="1" latinLnBrk="0" marL="3650696" rtl="0">
                <a:defRPr kern="1200" sz="2100">
                  <a:solidFill>
                    <a:schemeClr val="tx1"/>
                  </a:solidFill>
                  <a:latin typeface="+mn-lt"/>
                  <a:ea typeface="+mn-ea"/>
                  <a:cs typeface="+mn-cs"/>
                </a:defRPr>
              </a:lvl8pPr>
              <a:lvl9pPr algn="l" defTabSz="1043056" eaLnBrk="1" hangingPunct="1" latinLnBrk="0" marL="4172224" rtl="0">
                <a:defRPr kern="1200" sz="2100">
                  <a:solidFill>
                    <a:schemeClr val="tx1"/>
                  </a:solidFill>
                  <a:latin typeface="+mn-lt"/>
                  <a:ea typeface="+mn-ea"/>
                  <a:cs typeface="+mn-cs"/>
                </a:defRPr>
              </a:lvl9pPr>
            </a:lstStyle>
            <a:p>
              <a:pPr algn="l" defTabSz="2871433" eaLnBrk="1" fontAlgn="auto" hangingPunct="1" indent="0" latinLnBrk="0" lvl="0" marL="0" marR="0" rtl="0">
                <a:lnSpc>
                  <a:spcPct val="100000"/>
                </a:lnSpc>
                <a:spcBef>
                  <a:spcPts val="0"/>
                </a:spcBef>
                <a:spcAft>
                  <a:spcPts val="0"/>
                </a:spcAft>
                <a:buClrTx/>
                <a:buSzTx/>
                <a:buFontTx/>
                <a:buNone/>
                <a:tabLst/>
                <a:defRPr/>
              </a:pPr>
              <a:r>
                <a:rPr b="0" baseline="0" dirty="0" lang="de-DE" sz="1000">
                  <a:solidFill>
                    <a:schemeClr val="tx1"/>
                  </a:solidFill>
                  <a:latin typeface="+mn-lt"/>
                </a:rPr>
                <a:t>Kopfzeile anpassen: </a:t>
              </a:r>
              <a:r>
                <a:rPr b="1" baseline="0" dirty="0" lang="de-DE" sz="1000">
                  <a:solidFill>
                    <a:schemeClr val="tx1"/>
                  </a:solidFill>
                  <a:latin typeface="+mn-lt"/>
                </a:rPr>
                <a:t>Einfügen &gt; Text &gt; Kopf- und Fußzeile</a:t>
              </a:r>
            </a:p>
          </p:txBody>
        </p:sp>
      </p:grpSp>
      <p:cxnSp>
        <p:nvCxnSpPr>
          <p:cNvPr id="12" name="Footerlinie"/>
          <p:cNvCxnSpPr/>
          <p:nvPr/>
        </p:nvCxnSpPr>
        <p:spPr>
          <a:xfrm>
            <a:off x="406399" y="6449759"/>
            <a:ext cx="11376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Headerlinie"/>
          <p:cNvCxnSpPr/>
          <p:nvPr/>
        </p:nvCxnSpPr>
        <p:spPr>
          <a:xfrm>
            <a:off x="406400" y="1800000"/>
            <a:ext cx="11376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elplatzhalter 1"/>
          <p:cNvSpPr>
            <a:spLocks noGrp="1"/>
          </p:cNvSpPr>
          <p:nvPr>
            <p:ph type="title"/>
          </p:nvPr>
        </p:nvSpPr>
        <p:spPr>
          <a:xfrm>
            <a:off x="406405" y="898525"/>
            <a:ext cx="11377084" cy="863600"/>
          </a:xfrm>
          <a:prstGeom prst="rect">
            <a:avLst/>
          </a:prstGeom>
        </p:spPr>
        <p:txBody>
          <a:bodyPr anchor="t" anchorCtr="0" bIns="0" lIns="0" rIns="0" rtlCol="0" tIns="0" vert="horz">
            <a:noAutofit/>
          </a:bodyPr>
          <a:lstStyle/>
          <a:p>
            <a:r>
              <a:rPr dirty="0" lang="pt-BR"/>
              <a:t>Headline einfügen</a:t>
            </a:r>
            <a:br>
              <a:rPr dirty="0" lang="pt-BR"/>
            </a:br>
            <a:r>
              <a:rPr dirty="0" lang="pt-BR"/>
              <a:t>über zwei Zeilen</a:t>
            </a:r>
            <a:endParaRPr dirty="0" lang="de-DE"/>
          </a:p>
        </p:txBody>
      </p:sp>
      <p:sp>
        <p:nvSpPr>
          <p:cNvPr id="3" name="Textplatzhalter 2"/>
          <p:cNvSpPr>
            <a:spLocks noGrp="1"/>
          </p:cNvSpPr>
          <p:nvPr>
            <p:ph idx="1" type="body"/>
          </p:nvPr>
        </p:nvSpPr>
        <p:spPr>
          <a:xfrm>
            <a:off x="406402" y="2033591"/>
            <a:ext cx="11377084" cy="4210049"/>
          </a:xfrm>
          <a:prstGeom prst="rect">
            <a:avLst/>
          </a:prstGeom>
        </p:spPr>
        <p:txBody>
          <a:bodyPr anchor="t" anchorCtr="0" bIns="0" lIns="0" rIns="0" rtlCol="0" tIns="0" vert="horz">
            <a:noAutofit/>
          </a:bodyPr>
          <a:lstStyle/>
          <a:p>
            <a:pPr lvl="0"/>
            <a:r>
              <a:rPr dirty="0" lang="de-DE"/>
              <a:t>Text 22 Pt auf erster Ebene // für Aufzählung 22 Pt,  Text 20 Pt, Zwischenheadline und Aufzählungen 20 Pt &gt;&gt; Menü &gt; Start &gt; Absatz &gt; Listenebne erhöhen </a:t>
            </a:r>
          </a:p>
          <a:p>
            <a:pPr lvl="1"/>
            <a:r>
              <a:rPr dirty="0" lang="de-DE"/>
              <a:t>Zweite Ebene</a:t>
            </a:r>
          </a:p>
          <a:p>
            <a:pPr lvl="2"/>
            <a:r>
              <a:rPr dirty="0" lang="de-DE"/>
              <a:t>Dritte Ebene</a:t>
            </a:r>
          </a:p>
          <a:p>
            <a:pPr lvl="3"/>
            <a:r>
              <a:rPr dirty="0" lang="de-DE"/>
              <a:t>Vierte Ebene</a:t>
            </a:r>
          </a:p>
          <a:p>
            <a:pPr lvl="4"/>
            <a:r>
              <a:rPr dirty="0" lang="de-DE"/>
              <a:t>Fünfte Ebene</a:t>
            </a:r>
          </a:p>
          <a:p>
            <a:pPr lvl="5"/>
            <a:r>
              <a:rPr dirty="0" lang="de-DE"/>
              <a:t>Sechste Ebene</a:t>
            </a:r>
          </a:p>
          <a:p>
            <a:pPr lvl="6"/>
            <a:r>
              <a:rPr dirty="0" lang="de-DE"/>
              <a:t>Siebte Ebene</a:t>
            </a:r>
          </a:p>
          <a:p>
            <a:pPr lvl="7"/>
            <a:r>
              <a:rPr dirty="0" lang="de-DE"/>
              <a:t>Achte Ebene</a:t>
            </a:r>
          </a:p>
          <a:p>
            <a:pPr lvl="8"/>
            <a:r>
              <a:rPr dirty="0" lang="de-DE"/>
              <a:t>Neunte Ebene</a:t>
            </a:r>
          </a:p>
        </p:txBody>
      </p:sp>
      <p:sp>
        <p:nvSpPr>
          <p:cNvPr id="4" name="Datumsplatzhalter 3"/>
          <p:cNvSpPr>
            <a:spLocks noGrp="1"/>
          </p:cNvSpPr>
          <p:nvPr>
            <p:ph idx="2" sz="half" type="dt"/>
          </p:nvPr>
        </p:nvSpPr>
        <p:spPr>
          <a:xfrm>
            <a:off x="406401" y="274365"/>
            <a:ext cx="7375299" cy="216000"/>
          </a:xfrm>
          <a:prstGeom prst="rect">
            <a:avLst/>
          </a:prstGeom>
        </p:spPr>
        <p:txBody>
          <a:bodyPr anchor="t" anchorCtr="0" bIns="0" lIns="0" rIns="0" rtlCol="0" tIns="0" vert="horz">
            <a:noAutofit/>
          </a:bodyPr>
          <a:lstStyle>
            <a:lvl1pPr algn="l" indent="0" marL="0">
              <a:lnSpc>
                <a:spcPct val="100000"/>
              </a:lnSpc>
              <a:spcBef>
                <a:spcPts val="0"/>
              </a:spcBef>
              <a:buFont charset="0" panose="020B0604020202020204" pitchFamily="34" typeface="Arial"/>
              <a:buNone/>
              <a:defRPr b="1" baseline="0" spc="40" sz="1000">
                <a:solidFill>
                  <a:schemeClr val="tx1"/>
                </a:solidFill>
                <a:latin typeface="+mj-lt"/>
              </a:defRPr>
            </a:lvl1pPr>
            <a:lvl2pPr algn="l" marL="0">
              <a:lnSpc>
                <a:spcPct val="100000"/>
              </a:lnSpc>
              <a:spcBef>
                <a:spcPts val="0"/>
              </a:spcBef>
              <a:defRPr b="1" baseline="0" spc="40" sz="1000">
                <a:latin typeface="+mj-lt"/>
              </a:defRPr>
            </a:lvl2pPr>
            <a:lvl3pPr algn="l" marL="0">
              <a:lnSpc>
                <a:spcPct val="100000"/>
              </a:lnSpc>
              <a:spcBef>
                <a:spcPts val="0"/>
              </a:spcBef>
              <a:defRPr b="1" baseline="0" spc="40" sz="1000">
                <a:latin typeface="+mj-lt"/>
              </a:defRPr>
            </a:lvl3pPr>
            <a:lvl4pPr algn="l" marL="0">
              <a:lnSpc>
                <a:spcPct val="100000"/>
              </a:lnSpc>
              <a:spcBef>
                <a:spcPts val="0"/>
              </a:spcBef>
              <a:defRPr b="1" baseline="0" spc="40" sz="1000">
                <a:latin typeface="+mj-lt"/>
              </a:defRPr>
            </a:lvl4pPr>
            <a:lvl5pPr algn="l" marL="0">
              <a:lnSpc>
                <a:spcPct val="100000"/>
              </a:lnSpc>
              <a:spcBef>
                <a:spcPts val="0"/>
              </a:spcBef>
              <a:defRPr b="1" baseline="0" spc="40" sz="1000">
                <a:latin typeface="+mj-lt"/>
              </a:defRPr>
            </a:lvl5pPr>
            <a:lvl6pPr algn="l" marL="0">
              <a:lnSpc>
                <a:spcPct val="100000"/>
              </a:lnSpc>
              <a:spcBef>
                <a:spcPts val="0"/>
              </a:spcBef>
              <a:defRPr b="1" baseline="0" spc="40" sz="1000">
                <a:latin typeface="+mj-lt"/>
              </a:defRPr>
            </a:lvl6pPr>
            <a:lvl7pPr algn="l" marL="0">
              <a:lnSpc>
                <a:spcPct val="100000"/>
              </a:lnSpc>
              <a:spcBef>
                <a:spcPts val="0"/>
              </a:spcBef>
              <a:defRPr b="1" baseline="0" spc="40" sz="1000">
                <a:latin typeface="+mj-lt"/>
              </a:defRPr>
            </a:lvl7pPr>
            <a:lvl8pPr algn="l" marL="0">
              <a:lnSpc>
                <a:spcPct val="100000"/>
              </a:lnSpc>
              <a:spcBef>
                <a:spcPts val="0"/>
              </a:spcBef>
              <a:defRPr b="1" baseline="0" spc="40" sz="1000">
                <a:latin typeface="+mj-lt"/>
              </a:defRPr>
            </a:lvl8pPr>
            <a:lvl9pPr algn="l" marL="0">
              <a:lnSpc>
                <a:spcPct val="100000"/>
              </a:lnSpc>
              <a:spcBef>
                <a:spcPts val="0"/>
              </a:spcBef>
              <a:defRPr b="1" baseline="0" spc="40" sz="1000">
                <a:latin typeface="+mj-lt"/>
              </a:defRPr>
            </a:lvl9pPr>
          </a:lstStyle>
          <a:p>
            <a:r>
              <a:rPr lang="de-DE"/>
              <a:t>Campus Sontheim</a:t>
            </a:r>
            <a:endParaRPr dirty="0" lang="de-DE"/>
          </a:p>
        </p:txBody>
      </p:sp>
      <p:sp>
        <p:nvSpPr>
          <p:cNvPr id="5" name="Fußzeilenplatzhalter 4"/>
          <p:cNvSpPr>
            <a:spLocks noGrp="1"/>
          </p:cNvSpPr>
          <p:nvPr>
            <p:ph idx="3" sz="quarter" type="ftr"/>
          </p:nvPr>
        </p:nvSpPr>
        <p:spPr>
          <a:xfrm>
            <a:off x="406401" y="6515213"/>
            <a:ext cx="7375299" cy="216000"/>
          </a:xfrm>
          <a:prstGeom prst="rect">
            <a:avLst/>
          </a:prstGeom>
        </p:spPr>
        <p:txBody>
          <a:bodyPr anchor="t" anchorCtr="0" bIns="0" lIns="0" rIns="0" rtlCol="0" tIns="0" vert="horz">
            <a:noAutofit/>
          </a:bodyPr>
          <a:lstStyle>
            <a:lvl1pPr algn="l" indent="0" marL="0">
              <a:lnSpc>
                <a:spcPct val="100000"/>
              </a:lnSpc>
              <a:spcBef>
                <a:spcPts val="0"/>
              </a:spcBef>
              <a:buFont charset="0" panose="020B0604020202020204" pitchFamily="34" typeface="Arial"/>
              <a:buNone/>
              <a:defRPr b="0" baseline="0" spc="40" sz="1000">
                <a:solidFill>
                  <a:schemeClr val="tx1"/>
                </a:solidFill>
                <a:latin typeface="+mn-lt"/>
              </a:defRPr>
            </a:lvl1pPr>
            <a:lvl2pPr algn="l" marL="0">
              <a:lnSpc>
                <a:spcPct val="100000"/>
              </a:lnSpc>
              <a:spcBef>
                <a:spcPts val="0"/>
              </a:spcBef>
              <a:defRPr b="0" baseline="0" spc="40" sz="1000">
                <a:latin typeface="+mn-lt"/>
              </a:defRPr>
            </a:lvl2pPr>
            <a:lvl3pPr algn="l" marL="0">
              <a:lnSpc>
                <a:spcPct val="100000"/>
              </a:lnSpc>
              <a:spcBef>
                <a:spcPts val="0"/>
              </a:spcBef>
              <a:defRPr b="0" baseline="0" spc="40" sz="1000">
                <a:latin typeface="+mn-lt"/>
              </a:defRPr>
            </a:lvl3pPr>
            <a:lvl4pPr algn="l" marL="0">
              <a:lnSpc>
                <a:spcPct val="100000"/>
              </a:lnSpc>
              <a:spcBef>
                <a:spcPts val="0"/>
              </a:spcBef>
              <a:defRPr b="0" baseline="0" spc="40" sz="1000">
                <a:latin typeface="+mn-lt"/>
              </a:defRPr>
            </a:lvl4pPr>
            <a:lvl5pPr algn="l" marL="0">
              <a:lnSpc>
                <a:spcPct val="100000"/>
              </a:lnSpc>
              <a:spcBef>
                <a:spcPts val="0"/>
              </a:spcBef>
              <a:defRPr b="0" baseline="0" spc="40" sz="1000">
                <a:latin typeface="+mn-lt"/>
              </a:defRPr>
            </a:lvl5pPr>
            <a:lvl6pPr algn="l" marL="0">
              <a:lnSpc>
                <a:spcPct val="100000"/>
              </a:lnSpc>
              <a:spcBef>
                <a:spcPts val="0"/>
              </a:spcBef>
              <a:defRPr b="0" baseline="0" spc="40" sz="1000">
                <a:latin typeface="+mn-lt"/>
              </a:defRPr>
            </a:lvl6pPr>
            <a:lvl7pPr algn="l" marL="0">
              <a:lnSpc>
                <a:spcPct val="100000"/>
              </a:lnSpc>
              <a:spcBef>
                <a:spcPts val="0"/>
              </a:spcBef>
              <a:defRPr b="0" baseline="0" spc="40" sz="1000">
                <a:latin typeface="+mn-lt"/>
              </a:defRPr>
            </a:lvl7pPr>
            <a:lvl8pPr algn="l" marL="0">
              <a:lnSpc>
                <a:spcPct val="100000"/>
              </a:lnSpc>
              <a:spcBef>
                <a:spcPts val="0"/>
              </a:spcBef>
              <a:defRPr b="0" baseline="0" spc="40" sz="1000">
                <a:latin typeface="+mn-lt"/>
              </a:defRPr>
            </a:lvl8pPr>
            <a:lvl9pPr algn="l" marL="0">
              <a:lnSpc>
                <a:spcPct val="100000"/>
              </a:lnSpc>
              <a:spcBef>
                <a:spcPts val="0"/>
              </a:spcBef>
              <a:defRPr b="0" baseline="0" spc="40" sz="1000">
                <a:latin typeface="+mn-lt"/>
              </a:defRPr>
            </a:lvl9pPr>
          </a:lstStyle>
          <a:p>
            <a:r>
              <a:rPr dirty="0" lang="de-DE"/>
              <a:t>Thema des Referats | Referent / Fakultät / Studiengang |  </a:t>
            </a:r>
            <a:r>
              <a:rPr dirty="0" err="1" lang="de-DE"/>
              <a:t>WiSe</a:t>
            </a:r>
            <a:r>
              <a:rPr dirty="0" lang="de-DE"/>
              <a:t>/</a:t>
            </a:r>
            <a:r>
              <a:rPr dirty="0" err="1" lang="de-DE"/>
              <a:t>SoSe</a:t>
            </a:r>
            <a:r>
              <a:rPr dirty="0" lang="de-DE"/>
              <a:t> 2017/19</a:t>
            </a:r>
          </a:p>
        </p:txBody>
      </p:sp>
      <p:sp>
        <p:nvSpPr>
          <p:cNvPr id="6" name="Foliennummernplatzhalter 5"/>
          <p:cNvSpPr>
            <a:spLocks noGrp="1"/>
          </p:cNvSpPr>
          <p:nvPr>
            <p:ph idx="4" sz="quarter" type="sldNum"/>
          </p:nvPr>
        </p:nvSpPr>
        <p:spPr>
          <a:xfrm>
            <a:off x="9883778" y="6515213"/>
            <a:ext cx="1899711" cy="216000"/>
          </a:xfrm>
          <a:prstGeom prst="rect">
            <a:avLst/>
          </a:prstGeom>
        </p:spPr>
        <p:txBody>
          <a:bodyPr anchor="t" anchorCtr="0" bIns="0" lIns="0" rIns="0" rtlCol="0" tIns="0" vert="horz">
            <a:noAutofit/>
          </a:bodyPr>
          <a:lstStyle>
            <a:lvl1pPr algn="r" indent="0" marL="0">
              <a:lnSpc>
                <a:spcPct val="100000"/>
              </a:lnSpc>
              <a:spcBef>
                <a:spcPts val="0"/>
              </a:spcBef>
              <a:buFont charset="0" panose="020B0604020202020204" pitchFamily="34" typeface="Arial"/>
              <a:buNone/>
              <a:defRPr b="0" sz="1000">
                <a:solidFill>
                  <a:schemeClr val="tx1"/>
                </a:solidFill>
                <a:latin typeface="+mn-lt"/>
              </a:defRPr>
            </a:lvl1pPr>
            <a:lvl2pPr algn="r" marL="0">
              <a:lnSpc>
                <a:spcPct val="100000"/>
              </a:lnSpc>
              <a:spcBef>
                <a:spcPts val="0"/>
              </a:spcBef>
              <a:defRPr b="0" sz="1000">
                <a:latin typeface="+mn-lt"/>
              </a:defRPr>
            </a:lvl2pPr>
            <a:lvl3pPr algn="r" marL="0">
              <a:lnSpc>
                <a:spcPct val="100000"/>
              </a:lnSpc>
              <a:spcBef>
                <a:spcPts val="0"/>
              </a:spcBef>
              <a:defRPr b="0" sz="1000">
                <a:latin typeface="+mn-lt"/>
              </a:defRPr>
            </a:lvl3pPr>
            <a:lvl4pPr algn="r" marL="0">
              <a:lnSpc>
                <a:spcPct val="100000"/>
              </a:lnSpc>
              <a:spcBef>
                <a:spcPts val="0"/>
              </a:spcBef>
              <a:defRPr b="0" sz="1000">
                <a:latin typeface="+mn-lt"/>
              </a:defRPr>
            </a:lvl4pPr>
            <a:lvl5pPr algn="r" marL="0">
              <a:lnSpc>
                <a:spcPct val="100000"/>
              </a:lnSpc>
              <a:spcBef>
                <a:spcPts val="0"/>
              </a:spcBef>
              <a:defRPr b="0" sz="1000">
                <a:latin typeface="+mn-lt"/>
              </a:defRPr>
            </a:lvl5pPr>
            <a:lvl6pPr algn="r" marL="0">
              <a:lnSpc>
                <a:spcPct val="100000"/>
              </a:lnSpc>
              <a:spcBef>
                <a:spcPts val="0"/>
              </a:spcBef>
              <a:defRPr b="0" sz="1000">
                <a:latin typeface="+mn-lt"/>
              </a:defRPr>
            </a:lvl6pPr>
            <a:lvl7pPr algn="r" marL="0">
              <a:lnSpc>
                <a:spcPct val="100000"/>
              </a:lnSpc>
              <a:spcBef>
                <a:spcPts val="0"/>
              </a:spcBef>
              <a:defRPr b="0" sz="1000">
                <a:latin typeface="+mn-lt"/>
              </a:defRPr>
            </a:lvl7pPr>
            <a:lvl8pPr algn="r" marL="0">
              <a:lnSpc>
                <a:spcPct val="100000"/>
              </a:lnSpc>
              <a:spcBef>
                <a:spcPts val="0"/>
              </a:spcBef>
              <a:defRPr b="0" sz="1000">
                <a:latin typeface="+mn-lt"/>
              </a:defRPr>
            </a:lvl8pPr>
            <a:lvl9pPr algn="r" marL="0">
              <a:lnSpc>
                <a:spcPct val="100000"/>
              </a:lnSpc>
              <a:spcBef>
                <a:spcPts val="0"/>
              </a:spcBef>
              <a:defRPr b="0" sz="1000">
                <a:latin typeface="+mn-lt"/>
              </a:defRPr>
            </a:lvl9pPr>
          </a:lstStyle>
          <a:p>
            <a:r>
              <a:rPr dirty="0" lang="de-DE"/>
              <a:t>|  </a:t>
            </a:r>
            <a:fld id="{E6B5151A-17C4-4431-8407-112C0160A8B6}" type="slidenum">
              <a:rPr lang="de-DE" smtClean="0"/>
              <a:pPr/>
              <a:t>‹Nr.›</a:t>
            </a:fld>
            <a:endParaRPr dirty="0" lang="de-DE"/>
          </a:p>
        </p:txBody>
      </p:sp>
      <p:pic>
        <p:nvPicPr>
          <p:cNvPr id="22" name="Logo HHN">
            <a:extLst>
              <a:ext uri="{FF2B5EF4-FFF2-40B4-BE49-F238E27FC236}">
                <a16:creationId xmlns:a16="http://schemas.microsoft.com/office/drawing/2014/main" id="{A53D8DCE-F532-4BEA-B78C-F0F7C4652FE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359514" y="307131"/>
            <a:ext cx="1423970" cy="480852"/>
          </a:xfrm>
          <a:prstGeom prst="rect">
            <a:avLst/>
          </a:prstGeom>
        </p:spPr>
      </p:pic>
    </p:spTree>
    <p:extLst>
      <p:ext uri="{BB962C8B-B14F-4D97-AF65-F5344CB8AC3E}">
        <p14:creationId xmlns:p14="http://schemas.microsoft.com/office/powerpoint/2010/main" val="554173396"/>
      </p:ext>
    </p:extLst>
  </p:cSld>
  <p:clrMap accent1="accent1" accent2="accent2" accent3="accent3" accent4="accent4" accent5="accent5" accent6="accent6" bg1="lt1" bg2="lt2" folHlink="folHlink" hlink="hlink" tx1="dk1" tx2="dk2"/>
  <p:sldLayoutIdLst>
    <p:sldLayoutId id="2147483669" r:id="rId1"/>
    <p:sldLayoutId id="2147483666" r:id="rId2"/>
    <p:sldLayoutId id="2147483670" r:id="rId3"/>
    <p:sldLayoutId id="2147483649" r:id="rId4"/>
    <p:sldLayoutId id="2147483667" r:id="rId5"/>
    <p:sldLayoutId id="2147483650" r:id="rId6"/>
    <p:sldLayoutId id="2147483660" r:id="rId7"/>
    <p:sldLayoutId id="2147483661" r:id="rId8"/>
    <p:sldLayoutId id="2147483662" r:id="rId9"/>
    <p:sldLayoutId id="2147483664" r:id="rId10"/>
    <p:sldLayoutId id="2147483665" r:id="rId11"/>
    <p:sldLayoutId id="2147483654" r:id="rId12"/>
    <p:sldLayoutId id="2147483668" r:id="rId13"/>
  </p:sldLayoutIdLst>
  <p:hf hdr="0"/>
  <p:txStyles>
    <p:titleStyle>
      <a:lvl1pPr algn="l" defTabSz="914407" eaLnBrk="1" hangingPunct="1" indent="0" latinLnBrk="0" marL="0" rtl="0">
        <a:lnSpc>
          <a:spcPct val="94000"/>
        </a:lnSpc>
        <a:spcBef>
          <a:spcPts val="0"/>
        </a:spcBef>
        <a:buFont charset="0" panose="020B0604020202020204" pitchFamily="34" typeface="Arial"/>
        <a:buNone/>
        <a:defRPr b="1" baseline="0" cap="all" kern="1200" spc="120" sz="3000">
          <a:solidFill>
            <a:schemeClr val="accent1"/>
          </a:solidFill>
          <a:latin typeface="+mj-lt"/>
          <a:ea typeface="+mj-ea"/>
          <a:cs typeface="+mj-cs"/>
        </a:defRPr>
      </a:lvl1pPr>
    </p:titleStyle>
    <p:bodyStyle>
      <a:lvl1pPr algn="l" defTabSz="914407" eaLnBrk="1" hangingPunct="1" indent="0" latinLnBrk="0" marL="0" rtl="0">
        <a:lnSpc>
          <a:spcPct val="105000"/>
        </a:lnSpc>
        <a:spcBef>
          <a:spcPts val="0"/>
        </a:spcBef>
        <a:spcAft>
          <a:spcPts val="1999"/>
        </a:spcAft>
        <a:buFont charset="0" panose="020B0604020202020204" pitchFamily="34" typeface="Arial"/>
        <a:buNone/>
        <a:tabLst>
          <a:tab algn="l" pos="288003"/>
          <a:tab algn="l" pos="792005"/>
        </a:tabLst>
        <a:defRPr b="0" baseline="0" kern="1200" sz="2201">
          <a:solidFill>
            <a:schemeClr val="tx1"/>
          </a:solidFill>
          <a:latin typeface="+mn-lt"/>
          <a:ea typeface="+mn-ea"/>
          <a:cs typeface="+mn-cs"/>
        </a:defRPr>
      </a:lvl1pPr>
      <a:lvl2pPr algn="l" defTabSz="914407" eaLnBrk="1" hangingPunct="1" indent="-288003" latinLnBrk="0" marL="288003" rtl="0">
        <a:lnSpc>
          <a:spcPct val="105000"/>
        </a:lnSpc>
        <a:spcBef>
          <a:spcPts val="599"/>
        </a:spcBef>
        <a:buClr>
          <a:schemeClr val="accent1"/>
        </a:buClr>
        <a:buFont charset="0" panose="020B0604020202020204" pitchFamily="34" typeface="Arial"/>
        <a:buChar char="&gt;"/>
        <a:tabLst>
          <a:tab algn="l" pos="288003"/>
          <a:tab algn="l" pos="792005"/>
        </a:tabLst>
        <a:defRPr b="0" kern="1200" sz="2201">
          <a:solidFill>
            <a:schemeClr val="tx1"/>
          </a:solidFill>
          <a:latin typeface="+mn-lt"/>
          <a:ea typeface="+mn-ea"/>
          <a:cs typeface="+mn-cs"/>
        </a:defRPr>
      </a:lvl2pPr>
      <a:lvl3pPr algn="l" defTabSz="914407" eaLnBrk="1" hangingPunct="1" indent="0" latinLnBrk="0" marL="0" rtl="0">
        <a:lnSpc>
          <a:spcPct val="108000"/>
        </a:lnSpc>
        <a:spcBef>
          <a:spcPts val="0"/>
        </a:spcBef>
        <a:spcAft>
          <a:spcPts val="0"/>
        </a:spcAft>
        <a:buFont charset="0" panose="020B0604020202020204" pitchFamily="34" typeface="Arial"/>
        <a:buNone/>
        <a:tabLst>
          <a:tab algn="l" pos="288003"/>
          <a:tab algn="l" pos="792005"/>
        </a:tabLst>
        <a:defRPr b="0" kern="1200" sz="1999">
          <a:solidFill>
            <a:schemeClr val="accent1"/>
          </a:solidFill>
          <a:latin typeface="+mn-lt"/>
          <a:ea typeface="+mn-ea"/>
          <a:cs typeface="+mn-cs"/>
        </a:defRPr>
      </a:lvl3pPr>
      <a:lvl4pPr algn="l" defTabSz="914407" eaLnBrk="1" hangingPunct="1" indent="0" latinLnBrk="0" marL="288003" rtl="0">
        <a:lnSpc>
          <a:spcPct val="108000"/>
        </a:lnSpc>
        <a:spcBef>
          <a:spcPts val="1300"/>
        </a:spcBef>
        <a:spcAft>
          <a:spcPts val="0"/>
        </a:spcAft>
        <a:buFont charset="0" panose="020B0604020202020204" pitchFamily="34" typeface="Arial"/>
        <a:buNone/>
        <a:tabLst>
          <a:tab algn="l" pos="288003"/>
          <a:tab algn="l" pos="792005"/>
        </a:tabLst>
        <a:defRPr b="1" kern="1200" sz="1999">
          <a:solidFill>
            <a:schemeClr val="tx1"/>
          </a:solidFill>
          <a:latin typeface="+mj-lt"/>
          <a:ea typeface="+mn-ea"/>
          <a:cs typeface="+mn-cs"/>
        </a:defRPr>
      </a:lvl4pPr>
      <a:lvl5pPr algn="l" defTabSz="914407" eaLnBrk="1" hangingPunct="1" indent="-288003" latinLnBrk="0" marL="288003" rtl="0">
        <a:lnSpc>
          <a:spcPct val="108000"/>
        </a:lnSpc>
        <a:spcBef>
          <a:spcPts val="0"/>
        </a:spcBef>
        <a:spcAft>
          <a:spcPts val="0"/>
        </a:spcAft>
        <a:buClr>
          <a:schemeClr val="accent1"/>
        </a:buClr>
        <a:buFont charset="0" panose="020B0604020202020204" pitchFamily="34" typeface="Arial"/>
        <a:buChar char="&gt;"/>
        <a:tabLst>
          <a:tab algn="l" pos="288003"/>
          <a:tab algn="l" pos="792005"/>
        </a:tabLst>
        <a:defRPr b="0" kern="1200" sz="1999">
          <a:solidFill>
            <a:schemeClr val="tx1"/>
          </a:solidFill>
          <a:latin typeface="+mn-lt"/>
          <a:ea typeface="+mn-ea"/>
          <a:cs typeface="+mn-cs"/>
        </a:defRPr>
      </a:lvl5pPr>
      <a:lvl6pPr algn="l" defTabSz="914407" eaLnBrk="1" hangingPunct="1" indent="-216001" latinLnBrk="0" marL="504004" rtl="0">
        <a:lnSpc>
          <a:spcPct val="108000"/>
        </a:lnSpc>
        <a:spcBef>
          <a:spcPts val="0"/>
        </a:spcBef>
        <a:spcAft>
          <a:spcPts val="0"/>
        </a:spcAft>
        <a:buFont charset="2" panose="05000000000000000000" pitchFamily="2" typeface="Wingdings"/>
        <a:buChar char=""/>
        <a:tabLst>
          <a:tab algn="l" pos="288003"/>
          <a:tab algn="l" pos="792005"/>
        </a:tabLst>
        <a:defRPr b="0" kern="1200" sz="1999">
          <a:solidFill>
            <a:schemeClr val="tx1"/>
          </a:solidFill>
          <a:latin typeface="+mn-lt"/>
          <a:ea typeface="+mn-ea"/>
          <a:cs typeface="+mn-cs"/>
        </a:defRPr>
      </a:lvl6pPr>
      <a:lvl7pPr algn="l" defTabSz="914407" eaLnBrk="1" hangingPunct="1" indent="-288003" latinLnBrk="0" marL="288003" rtl="0">
        <a:lnSpc>
          <a:spcPct val="108000"/>
        </a:lnSpc>
        <a:spcBef>
          <a:spcPts val="0"/>
        </a:spcBef>
        <a:spcAft>
          <a:spcPts val="0"/>
        </a:spcAft>
        <a:buFont typeface="+mj-lt"/>
        <a:buAutoNum type="arabicPeriod"/>
        <a:tabLst>
          <a:tab algn="l" pos="288003"/>
          <a:tab algn="l" pos="792005"/>
        </a:tabLst>
        <a:defRPr b="0" kern="1200" sz="1999">
          <a:solidFill>
            <a:schemeClr val="tx1"/>
          </a:solidFill>
          <a:latin typeface="+mn-lt"/>
          <a:ea typeface="+mn-ea"/>
          <a:cs typeface="+mn-cs"/>
        </a:defRPr>
      </a:lvl7pPr>
      <a:lvl8pPr algn="l" defTabSz="914407" eaLnBrk="1" hangingPunct="1" indent="0" latinLnBrk="0" marL="288003" rtl="0">
        <a:lnSpc>
          <a:spcPct val="108000"/>
        </a:lnSpc>
        <a:spcBef>
          <a:spcPts val="0"/>
        </a:spcBef>
        <a:spcAft>
          <a:spcPts val="0"/>
        </a:spcAft>
        <a:buFont charset="0" panose="020B0604020202020204" pitchFamily="34" typeface="Arial"/>
        <a:buNone/>
        <a:tabLst>
          <a:tab algn="l" pos="288003"/>
          <a:tab algn="l" pos="792005"/>
        </a:tabLst>
        <a:defRPr b="0" kern="1200" sz="1999">
          <a:solidFill>
            <a:schemeClr val="tx1"/>
          </a:solidFill>
          <a:latin typeface="+mn-lt"/>
          <a:ea typeface="+mn-ea"/>
          <a:cs typeface="+mn-cs"/>
        </a:defRPr>
      </a:lvl8pPr>
      <a:lvl9pPr algn="l" defTabSz="914407" eaLnBrk="1" hangingPunct="1" indent="0" latinLnBrk="0" marL="0" rtl="0">
        <a:lnSpc>
          <a:spcPct val="108000"/>
        </a:lnSpc>
        <a:spcBef>
          <a:spcPts val="0"/>
        </a:spcBef>
        <a:spcAft>
          <a:spcPts val="0"/>
        </a:spcAft>
        <a:buFont charset="0" panose="020B0604020202020204" pitchFamily="34" typeface="Arial"/>
        <a:buNone/>
        <a:tabLst>
          <a:tab algn="l" pos="288003"/>
          <a:tab algn="l" pos="792005"/>
        </a:tabLst>
        <a:defRPr b="0" kern="1200" sz="1999">
          <a:solidFill>
            <a:schemeClr val="tx1"/>
          </a:solidFill>
          <a:latin typeface="+mn-lt"/>
          <a:ea typeface="+mn-ea"/>
          <a:cs typeface="+mn-cs"/>
        </a:defRPr>
      </a:lvl9pPr>
    </p:bodyStyle>
    <p:otherStyle>
      <a:defPPr>
        <a:defRPr lang="de-DE"/>
      </a:defPPr>
      <a:lvl1pPr algn="l" defTabSz="914407" eaLnBrk="1" hangingPunct="1" latinLnBrk="0" marL="0" rtl="0">
        <a:defRPr kern="1200" sz="1800">
          <a:solidFill>
            <a:schemeClr val="tx1"/>
          </a:solidFill>
          <a:latin typeface="+mn-lt"/>
          <a:ea typeface="+mn-ea"/>
          <a:cs typeface="+mn-cs"/>
        </a:defRPr>
      </a:lvl1pPr>
      <a:lvl2pPr algn="l" defTabSz="914407" eaLnBrk="1" hangingPunct="1" latinLnBrk="0" marL="457203" rtl="0">
        <a:defRPr kern="1200" sz="1800">
          <a:solidFill>
            <a:schemeClr val="tx1"/>
          </a:solidFill>
          <a:latin typeface="+mn-lt"/>
          <a:ea typeface="+mn-ea"/>
          <a:cs typeface="+mn-cs"/>
        </a:defRPr>
      </a:lvl2pPr>
      <a:lvl3pPr algn="l" defTabSz="914407" eaLnBrk="1" hangingPunct="1" latinLnBrk="0" marL="914407" rtl="0">
        <a:defRPr kern="1200" sz="1800">
          <a:solidFill>
            <a:schemeClr val="tx1"/>
          </a:solidFill>
          <a:latin typeface="+mn-lt"/>
          <a:ea typeface="+mn-ea"/>
          <a:cs typeface="+mn-cs"/>
        </a:defRPr>
      </a:lvl3pPr>
      <a:lvl4pPr algn="l" defTabSz="914407" eaLnBrk="1" hangingPunct="1" latinLnBrk="0" marL="1371610" rtl="0">
        <a:defRPr kern="1200" sz="1800">
          <a:solidFill>
            <a:schemeClr val="tx1"/>
          </a:solidFill>
          <a:latin typeface="+mn-lt"/>
          <a:ea typeface="+mn-ea"/>
          <a:cs typeface="+mn-cs"/>
        </a:defRPr>
      </a:lvl4pPr>
      <a:lvl5pPr algn="l" defTabSz="914407" eaLnBrk="1" hangingPunct="1" latinLnBrk="0" marL="1828813" rtl="0">
        <a:defRPr kern="1200" sz="1800">
          <a:solidFill>
            <a:schemeClr val="tx1"/>
          </a:solidFill>
          <a:latin typeface="+mn-lt"/>
          <a:ea typeface="+mn-ea"/>
          <a:cs typeface="+mn-cs"/>
        </a:defRPr>
      </a:lvl5pPr>
      <a:lvl6pPr algn="l" defTabSz="914407" eaLnBrk="1" hangingPunct="1" latinLnBrk="0" marL="2286017" rtl="0">
        <a:defRPr kern="1200" sz="1800">
          <a:solidFill>
            <a:schemeClr val="tx1"/>
          </a:solidFill>
          <a:latin typeface="+mn-lt"/>
          <a:ea typeface="+mn-ea"/>
          <a:cs typeface="+mn-cs"/>
        </a:defRPr>
      </a:lvl6pPr>
      <a:lvl7pPr algn="l" defTabSz="914407" eaLnBrk="1" hangingPunct="1" latinLnBrk="0" marL="2743220" rtl="0">
        <a:defRPr kern="1200" sz="1800">
          <a:solidFill>
            <a:schemeClr val="tx1"/>
          </a:solidFill>
          <a:latin typeface="+mn-lt"/>
          <a:ea typeface="+mn-ea"/>
          <a:cs typeface="+mn-cs"/>
        </a:defRPr>
      </a:lvl7pPr>
      <a:lvl8pPr algn="l" defTabSz="914407" eaLnBrk="1" hangingPunct="1" latinLnBrk="0" marL="3200424" rtl="0">
        <a:defRPr kern="1200" sz="1800">
          <a:solidFill>
            <a:schemeClr val="tx1"/>
          </a:solidFill>
          <a:latin typeface="+mn-lt"/>
          <a:ea typeface="+mn-ea"/>
          <a:cs typeface="+mn-cs"/>
        </a:defRPr>
      </a:lvl8pPr>
      <a:lvl9pPr algn="l" defTabSz="914407" eaLnBrk="1" hangingPunct="1" latinLnBrk="0" marL="3657627" rtl="0">
        <a:defRPr kern="1200" sz="1800">
          <a:solidFill>
            <a:schemeClr val="tx1"/>
          </a:solidFill>
          <a:latin typeface="+mn-lt"/>
          <a:ea typeface="+mn-ea"/>
          <a:cs typeface="+mn-cs"/>
        </a:defRPr>
      </a:lvl9pPr>
    </p:otherStyle>
  </p:txStyles>
  <p:extLst mod="1">
    <p:ext uri="{27BBF7A9-308A-43DC-89C8-2F10F3537804}">
      <p15:sldGuideLst xmlns:p15="http://schemas.microsoft.com/office/powerpoint/2012/main">
        <p15:guide id="1" pos="256" userDrawn="1">
          <p15:clr>
            <a:srgbClr val="F26B43"/>
          </p15:clr>
        </p15:guide>
        <p15:guide id="2" pos="7423" userDrawn="1">
          <p15:clr>
            <a:srgbClr val="F26B43"/>
          </p15:clr>
        </p15:guide>
        <p15:guide id="3" orient="horz" pos="1281" userDrawn="1">
          <p15:clr>
            <a:srgbClr val="F26B43"/>
          </p15:clr>
        </p15:guide>
        <p15:guide id="4" orient="horz" pos="566" userDrawn="1">
          <p15:clr>
            <a:srgbClr val="F26B43"/>
          </p15:clr>
        </p15:guide>
        <p15:guide id="5" orient="horz" pos="1110" userDrawn="1">
          <p15:clr>
            <a:srgbClr val="F26B43"/>
          </p15:clr>
        </p15:guide>
        <p15:guide id="6" orient="horz" pos="3932" userDrawn="1">
          <p15:clr>
            <a:srgbClr val="F26B43"/>
          </p15:clr>
        </p15:guide>
        <p15:guide id="7" orient="horz" pos="1321" userDrawn="1">
          <p15:clr>
            <a:srgbClr val="547EBF"/>
          </p15:clr>
        </p15:guide>
        <p15:guide id="8" orient="horz" pos="611" userDrawn="1">
          <p15:clr>
            <a:srgbClr val="547EBF"/>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Presentation Outline — Clinical Simulation eLearning</a:t>
            </a:r>
          </a:p>
        </p:txBody>
      </p:sp>
      <p:sp>
        <p:nvSpPr>
          <p:cNvPr id="3" name="Content Placeholder 2"/>
          <p:cNvSpPr>
            <a:spLocks noGrp="1"/>
          </p:cNvSpPr>
          <p:nvPr>
            <p:ph idx="1"/>
          </p:nvPr>
        </p:nvSpPr>
        <p:spPr/>
        <p:txBody>
          <a:bodyPr/>
          <a:lstStyle/>
          <a:p>
            <a:pPr lvl="0" indent="0" marL="0">
              <a:buNone/>
            </a:pPr>
            <a:r>
              <a:rPr b="1"/>
              <a:t>Course:</a:t>
            </a:r>
            <a:r>
              <a:rPr/>
              <a:t> Educational Technologies · </a:t>
            </a:r>
            <a:r>
              <a:rPr b="1"/>
              <a:t>Duration:</a:t>
            </a:r>
            <a:r>
              <a:rPr/>
              <a:t> 10–15 minutes · </a:t>
            </a:r>
            <a:r>
              <a:rPr b="1"/>
              <a:t>Team Size:</a:t>
            </a:r>
            <a:r>
              <a:rPr/>
              <a:t> 3</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Speaker &amp; Responsibility Distribution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901700"/>
                <a:gridCol w="1358900"/>
                <a:gridCol w="1816100"/>
              </a:tblGrid>
              <a:tr h="0">
                <a:tc>
                  <a:txBody>
                    <a:bodyPr/>
                    <a:lstStyle/>
                    <a:p>
                      <a:pPr lvl="0" indent="0" marL="0">
                        <a:buNone/>
                      </a:pPr>
                      <a:r>
                        <a:rPr/>
                        <a:t>Speaker</a:t>
                      </a:r>
                    </a:p>
                  </a:txBody>
                  <a:tcPr/>
                </a:tc>
                <a:tc>
                  <a:txBody>
                    <a:bodyPr/>
                    <a:lstStyle/>
                    <a:p>
                      <a:pPr lvl="0" indent="0" marL="0">
                        <a:buNone/>
                      </a:pPr>
                      <a:r>
                        <a:rPr/>
                        <a:t>Slides</a:t>
                      </a:r>
                    </a:p>
                  </a:txBody>
                  <a:tcPr/>
                </a:tc>
                <a:tc>
                  <a:txBody>
                    <a:bodyPr/>
                    <a:lstStyle/>
                    <a:p>
                      <a:pPr lvl="0" indent="0" marL="0">
                        <a:buNone/>
                      </a:pPr>
                      <a:r>
                        <a:rPr/>
                        <a:t>Focus Area</a:t>
                      </a:r>
                    </a:p>
                  </a:txBody>
                  <a:tcPr/>
                </a:tc>
                <a:tc>
                  <a:txBody>
                    <a:bodyPr/>
                    <a:lstStyle/>
                    <a:p>
                      <a:pPr lvl="0" indent="0" marL="0">
                        <a:buNone/>
                      </a:pPr>
                      <a:r>
                        <a:rPr/>
                        <a:t>Responsibility</a:t>
                      </a:r>
                    </a:p>
                  </a:txBody>
                  <a:tcPr/>
                </a:tc>
              </a:tr>
              <a:tr h="0">
                <a:tc>
                  <a:txBody>
                    <a:bodyPr/>
                    <a:lstStyle/>
                    <a:p>
                      <a:pPr lvl="0" indent="0" marL="0">
                        <a:buNone/>
                      </a:pPr>
                      <a:r>
                        <a:rPr b="1"/>
                        <a:t>Speaker A</a:t>
                      </a:r>
                    </a:p>
                  </a:txBody>
                </a:tc>
                <a:tc>
                  <a:txBody>
                    <a:bodyPr/>
                    <a:lstStyle/>
                    <a:p>
                      <a:pPr lvl="0" indent="0" marL="0">
                        <a:buNone/>
                      </a:pPr>
                      <a:r>
                        <a:rPr/>
                        <a:t>1–4</a:t>
                      </a:r>
                    </a:p>
                  </a:txBody>
                </a:tc>
                <a:tc>
                  <a:txBody>
                    <a:bodyPr/>
                    <a:lstStyle/>
                    <a:p>
                      <a:pPr lvl="0" indent="0" marL="0">
                        <a:buNone/>
                      </a:pPr>
                      <a:r>
                        <a:rPr/>
                        <a:t>Introduction, Project Overview, PBL, Cognitive Apprenticeship</a:t>
                      </a:r>
                    </a:p>
                  </a:txBody>
                </a:tc>
                <a:tc>
                  <a:txBody>
                    <a:bodyPr/>
                    <a:lstStyle/>
                    <a:p>
                      <a:pPr lvl="0" indent="0" marL="0">
                        <a:buNone/>
                      </a:pPr>
                      <a:r>
                        <a:rPr/>
                        <a:t>Front-end structure (HTML/CSS), case data, project architecture</a:t>
                      </a:r>
                    </a:p>
                  </a:txBody>
                </a:tc>
              </a:tr>
              <a:tr h="0">
                <a:tc>
                  <a:txBody>
                    <a:bodyPr/>
                    <a:lstStyle/>
                    <a:p>
                      <a:pPr lvl="0" indent="0" marL="0">
                        <a:buNone/>
                      </a:pPr>
                      <a:r>
                        <a:rPr b="1"/>
                        <a:t>Speaker B</a:t>
                      </a:r>
                    </a:p>
                  </a:txBody>
                </a:tc>
                <a:tc>
                  <a:txBody>
                    <a:bodyPr/>
                    <a:lstStyle/>
                    <a:p>
                      <a:pPr lvl="0" indent="0" marL="0">
                        <a:buNone/>
                      </a:pPr>
                      <a:r>
                        <a:rPr/>
                        <a:t>5–8</a:t>
                      </a:r>
                    </a:p>
                  </a:txBody>
                </a:tc>
                <a:tc>
                  <a:txBody>
                    <a:bodyPr/>
                    <a:lstStyle/>
                    <a:p>
                      <a:pPr lvl="0" indent="0" marL="0">
                        <a:buNone/>
                      </a:pPr>
                      <a:r>
                        <a:rPr/>
                        <a:t>Modeling, Scaffolding, Fading, Active Experimentation</a:t>
                      </a:r>
                    </a:p>
                  </a:txBody>
                </a:tc>
                <a:tc>
                  <a:txBody>
                    <a:bodyPr/>
                    <a:lstStyle/>
                    <a:p>
                      <a:pPr lvl="0" indent="0" marL="0">
                        <a:buNone/>
                      </a:pPr>
                      <a:r>
                        <a:rPr/>
                        <a:t>Core application logic (</a:t>
                      </a:r>
                      <a:r>
                        <a:rPr>
                          <a:latin typeface="Courier"/>
                        </a:rPr>
                        <a:t>app.js</a:t>
                      </a:r>
                      <a:r>
                        <a:rPr/>
                        <a:t>), game loop, state management</a:t>
                      </a:r>
                    </a:p>
                  </a:txBody>
                </a:tc>
              </a:tr>
              <a:tr h="0">
                <a:tc>
                  <a:txBody>
                    <a:bodyPr/>
                    <a:lstStyle/>
                    <a:p>
                      <a:pPr lvl="0" indent="0" marL="0">
                        <a:buNone/>
                      </a:pPr>
                      <a:r>
                        <a:rPr b="1"/>
                        <a:t>Speaker C</a:t>
                      </a:r>
                    </a:p>
                  </a:txBody>
                </a:tc>
                <a:tc>
                  <a:txBody>
                    <a:bodyPr/>
                    <a:lstStyle/>
                    <a:p>
                      <a:pPr lvl="0" indent="0" marL="0">
                        <a:buNone/>
                      </a:pPr>
                      <a:r>
                        <a:rPr/>
                        <a:t>9–12</a:t>
                      </a:r>
                    </a:p>
                  </a:txBody>
                </a:tc>
                <a:tc>
                  <a:txBody>
                    <a:bodyPr/>
                    <a:lstStyle/>
                    <a:p>
                      <a:pPr lvl="0" indent="0" marL="0">
                        <a:buNone/>
                      </a:pPr>
                      <a:r>
                        <a:rPr/>
                        <a:t>Formative Feedback, Summative Assessment, Learning Analytics, Conclusion</a:t>
                      </a:r>
                    </a:p>
                  </a:txBody>
                </a:tc>
                <a:tc>
                  <a:txBody>
                    <a:bodyPr/>
                    <a:lstStyle/>
                    <a:p>
                      <a:pPr lvl="0" indent="0" marL="0">
                        <a:buNone/>
                      </a:pPr>
                      <a:r>
                        <a:rPr/>
                        <a:t>Assessment engine, dashboard, localStorage analytics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[!IMPORTANT] The professor requires </a:t>
            </a:r>
            <a:r>
              <a:rPr sz="2000" b="1"/>
              <a:t>transparency about each student’s responsibilities</a:t>
            </a:r>
            <a:r>
              <a:rPr sz="2000"/>
              <a:t>. Make sure each speaker clearly states which part of the codebase they owned at the start of their section.</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Slide-by-Slide Outline</a:t>
            </a:r>
          </a:p>
          <a:p>
            <a:pPr lvl="0" indent="0" marL="0">
              <a:spcBef>
                <a:spcPts val="3000"/>
              </a:spcBef>
              <a:buNone/>
            </a:pPr>
            <a:r>
              <a:rPr b="1"/>
              <a:t>Slide 1 — Title Slide </a:t>
            </a:r>
            <a:r>
              <a:rPr b="1" i="1"/>
              <a:t>(Speaker A · ~30 sec)</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Title</a:t>
                      </a:r>
                    </a:p>
                  </a:txBody>
                </a:tc>
                <a:tc>
                  <a:txBody>
                    <a:bodyPr/>
                    <a:lstStyle/>
                    <a:p>
                      <a:pPr lvl="0" indent="0" marL="0">
                        <a:buNone/>
                      </a:pPr>
                      <a:r>
                        <a:rPr i="1"/>
                        <a:t>Clinical Simulation — An eLearning Course for Medical Students</a:t>
                      </a:r>
                    </a:p>
                  </a:txBody>
                </a:tc>
              </a:tr>
              <a:tr h="0">
                <a:tc>
                  <a:txBody>
                    <a:bodyPr/>
                    <a:lstStyle/>
                    <a:p>
                      <a:pPr lvl="0" indent="0" marL="0">
                        <a:buNone/>
                      </a:pPr>
                      <a:r>
                        <a:rPr b="1"/>
                        <a:t>Subtitle</a:t>
                      </a:r>
                    </a:p>
                  </a:txBody>
                </a:tc>
                <a:tc>
                  <a:txBody>
                    <a:bodyPr/>
                    <a:lstStyle/>
                    <a:p>
                      <a:pPr lvl="0" indent="0" marL="0">
                        <a:buNone/>
                      </a:pPr>
                      <a:r>
                        <a:rPr/>
                        <a:t>Educational Technologies SoSe 2026</a:t>
                      </a:r>
                    </a:p>
                  </a:txBody>
                </a:tc>
              </a:tr>
              <a:tr h="0">
                <a:tc>
                  <a:txBody>
                    <a:bodyPr/>
                    <a:lstStyle/>
                    <a:p>
                      <a:pPr lvl="0" indent="0" marL="0">
                        <a:buNone/>
                      </a:pPr>
                      <a:r>
                        <a:rPr b="1"/>
                        <a:t>Names</a:t>
                      </a:r>
                    </a:p>
                  </a:txBody>
                </a:tc>
                <a:tc>
                  <a:txBody>
                    <a:bodyPr/>
                    <a:lstStyle/>
                    <a:p>
                      <a:pPr lvl="0" indent="0" marL="0">
                        <a:buNone/>
                      </a:pPr>
                      <a:r>
                        <a:rPr/>
                        <a:t>All three group members with individual roles (see table above)</a:t>
                      </a:r>
                    </a:p>
                  </a:txBody>
                </a:tc>
              </a:tr>
              <a:tr h="0">
                <a:tc>
                  <a:txBody>
                    <a:bodyPr/>
                    <a:lstStyle/>
                    <a:p>
                      <a:pPr lvl="0" indent="0" marL="0">
                        <a:buNone/>
                      </a:pPr>
                      <a:r>
                        <a:rPr b="1"/>
                        <a:t>Visual</a:t>
                      </a:r>
                    </a:p>
                  </a:txBody>
                </a:tc>
                <a:tc>
                  <a:txBody>
                    <a:bodyPr/>
                    <a:lstStyle/>
                    <a:p>
                      <a:pPr lvl="0" indent="0" marL="0">
                        <a:buNone/>
                      </a:pPr>
                      <a:r>
                        <a:rPr/>
                        <a:t>A screenshot or logo of the application</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Speaker Notes:</a:t>
            </a:r>
            <a:r>
              <a:rPr/>
              <a:t> Brief greeting. State the project title, team composition, and that each member will present the concepts they were responsible for implementing.</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2 — Project Overview &amp; Motivation </a:t>
            </a:r>
            <a:r>
              <a:rPr b="1" i="1"/>
              <a:t>(Speaker A · ~1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What</a:t>
                      </a:r>
                    </a:p>
                  </a:txBody>
                </a:tc>
                <a:tc>
                  <a:txBody>
                    <a:bodyPr/>
                    <a:lstStyle/>
                    <a:p>
                      <a:pPr lvl="0" indent="0" marL="0">
                        <a:buNone/>
                      </a:pPr>
                      <a:r>
                        <a:rPr/>
                        <a:t>An HTML5-based eLearning simulation for medical students</a:t>
                      </a:r>
                    </a:p>
                  </a:txBody>
                </a:tc>
              </a:tr>
              <a:tr h="0">
                <a:tc>
                  <a:txBody>
                    <a:bodyPr/>
                    <a:lstStyle/>
                    <a:p>
                      <a:pPr lvl="0" indent="0" marL="0">
                        <a:buNone/>
                      </a:pPr>
                      <a:r>
                        <a:rPr b="1"/>
                        <a:t>Why</a:t>
                      </a:r>
                    </a:p>
                  </a:txBody>
                </a:tc>
                <a:tc>
                  <a:txBody>
                    <a:bodyPr/>
                    <a:lstStyle/>
                    <a:p>
                      <a:pPr lvl="0" indent="0" marL="0">
                        <a:buNone/>
                      </a:pPr>
                      <a:r>
                        <a:rPr/>
                        <a:t>Clinical reasoning is hard to teach with lectures alone; students need safe, realistic practice environments</a:t>
                      </a:r>
                    </a:p>
                  </a:txBody>
                </a:tc>
              </a:tr>
              <a:tr h="0">
                <a:tc>
                  <a:txBody>
                    <a:bodyPr/>
                    <a:lstStyle/>
                    <a:p>
                      <a:pPr lvl="0" indent="0" marL="0">
                        <a:buNone/>
                      </a:pPr>
                      <a:r>
                        <a:rPr b="1"/>
                        <a:t>How</a:t>
                      </a:r>
                    </a:p>
                  </a:txBody>
                </a:tc>
                <a:tc>
                  <a:txBody>
                    <a:bodyPr/>
                    <a:lstStyle/>
                    <a:p>
                      <a:pPr lvl="0" indent="0" marL="0">
                        <a:buNone/>
                      </a:pPr>
                      <a:r>
                        <a:rPr/>
                        <a:t>Problem-Based Learning through 10 authentic clinical cases (Appendicitis → GERD)</a:t>
                      </a:r>
                    </a:p>
                  </a:txBody>
                </a:tc>
              </a:tr>
              <a:tr h="0">
                <a:tc>
                  <a:txBody>
                    <a:bodyPr/>
                    <a:lstStyle/>
                    <a:p>
                      <a:pPr lvl="0" indent="0" marL="0">
                        <a:buNone/>
                      </a:pPr>
                      <a:r>
                        <a:rPr b="1"/>
                        <a:t>Tech Stack</a:t>
                      </a:r>
                    </a:p>
                  </a:txBody>
                </a:tc>
                <a:tc>
                  <a:txBody>
                    <a:bodyPr/>
                    <a:lstStyle/>
                    <a:p>
                      <a:pPr lvl="0" indent="0" marL="0">
                        <a:buNone/>
                      </a:pPr>
                      <a:r>
                        <a:rPr/>
                        <a:t>Vanilla HTML5, CSS, JavaScript — no frameworks, runs in any browser</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Architecture diagram showing </a:t>
            </a:r>
            <a:r>
              <a:rPr>
                <a:latin typeface="Courier"/>
              </a:rPr>
              <a:t>index.html</a:t>
            </a:r>
            <a:r>
              <a:rPr/>
              <a:t> → </a:t>
            </a:r>
            <a:r>
              <a:rPr>
                <a:latin typeface="Courier"/>
              </a:rPr>
              <a:t>styles.css</a:t>
            </a:r>
            <a:r>
              <a:rPr/>
              <a:t> + </a:t>
            </a:r>
            <a:r>
              <a:rPr>
                <a:latin typeface="Courier"/>
              </a:rPr>
              <a:t>data.js</a:t>
            </a:r>
            <a:r>
              <a:rPr/>
              <a:t> + </a:t>
            </a:r>
            <a:r>
              <a:rPr>
                <a:latin typeface="Courier"/>
              </a:rPr>
              <a:t>app.js</a:t>
            </a:r>
            <a:r>
              <a:rPr/>
              <a:t>. Optionally a flow diagram: </a:t>
            </a:r>
            <a:r>
              <a:rPr i="1"/>
              <a:t>Patient Case → Anamnesis → Diagnostics → Diagnosis → Feedback</a:t>
            </a:r>
            <a:r>
              <a:rPr/>
              <a:t>.</a:t>
            </a:r>
          </a:p>
          <a:p>
            <a:pPr lvl="0" indent="0" marL="0">
              <a:buNone/>
            </a:pPr>
            <a:r>
              <a:rPr b="1"/>
              <a:t>Speaker Notes:</a:t>
            </a:r>
            <a:r>
              <a:rPr/>
              <a:t> Explain that the simulation places the student in an Emergency Room setting. They receive a patient, must gather history, order tests within a budget, and submit a diagnosis. Emphasize the deliberate choice to use no external frameworks for accessibility.</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3 — Problem-Based Learning (PBL) </a:t>
            </a:r>
            <a:r>
              <a:rPr b="1" i="1"/>
              <a:t>(Speaker A · ~1.5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Student-centered pedagogy driven by authentic, open-ended problems (Barrows, 1986)</a:t>
                      </a:r>
                    </a:p>
                  </a:txBody>
                </a:tc>
              </a:tr>
              <a:tr h="0">
                <a:tc>
                  <a:txBody>
                    <a:bodyPr/>
                    <a:lstStyle/>
                    <a:p>
                      <a:pPr lvl="0" indent="0" marL="0">
                        <a:buNone/>
                      </a:pPr>
                      <a:r>
                        <a:rPr b="1"/>
                        <a:t>Implementation</a:t>
                      </a:r>
                    </a:p>
                  </a:txBody>
                </a:tc>
                <a:tc>
                  <a:txBody>
                    <a:bodyPr/>
                    <a:lstStyle/>
                    <a:p>
                      <a:pPr lvl="0" indent="0" marL="0">
                        <a:buNone/>
                      </a:pPr>
                      <a:r>
                        <a:rPr/>
                        <a:t>10 realistic clinical cases (e.g., Acute Appendicitis, Myocardial Infarction, Ectopic Pregnancy)</a:t>
                      </a:r>
                    </a:p>
                  </a:txBody>
                </a:tc>
              </a:tr>
              <a:tr h="0">
                <a:tc>
                  <a:txBody>
                    <a:bodyPr/>
                    <a:lstStyle/>
                    <a:p>
                      <a:pPr lvl="0" indent="0" marL="0">
                        <a:buNone/>
                      </a:pPr>
                      <a:r>
                        <a:rPr b="1"/>
                        <a:t>Key Design Decision</a:t>
                      </a:r>
                    </a:p>
                  </a:txBody>
                </a:tc>
                <a:tc>
                  <a:txBody>
                    <a:bodyPr/>
                    <a:lstStyle/>
                    <a:p>
                      <a:pPr lvl="0" indent="0" marL="0">
                        <a:buNone/>
                      </a:pPr>
                      <a:r>
                        <a:rPr/>
                        <a:t>Students are </a:t>
                      </a:r>
                      <a:r>
                        <a:rPr i="1"/>
                        <a:t>never</a:t>
                      </a:r>
                      <a:r>
                        <a:rPr/>
                        <a:t> told the diagnosis — they must synthesize anamnesis + diagnostics to reason it out themselves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A table or grid showing all 10 case names with their medical domains - Screenshot of the Anamnesis stage showing a patient intro</a:t>
            </a:r>
          </a:p>
          <a:p>
            <a:pPr lvl="0" indent="0" marL="0">
              <a:buNone/>
            </a:pPr>
            <a:r>
              <a:rPr b="1"/>
              <a:t>Speaker Notes:</a:t>
            </a:r>
            <a:r>
              <a:rPr/>
              <a:t> Stress that this is not a quiz — the learner actively investigates. The cases are designed with realistic patient dialogue and medically accurate diagnostic results. Mention the diversity of cases spanning surgery, cardiology, gynecology, pulmonology, gastroenterology, and urology.</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4 — Cognitive Apprenticeship </a:t>
            </a:r>
            <a:r>
              <a:rPr b="1" i="1"/>
              <a:t>(Speaker A · ~1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Novices learn from experts through guided experience; making hidden cognitive processes visible (Collins, Brown &amp; Newman, 1989)</a:t>
                      </a:r>
                    </a:p>
                  </a:txBody>
                </a:tc>
              </a:tr>
              <a:tr h="0">
                <a:tc>
                  <a:txBody>
                    <a:bodyPr/>
                    <a:lstStyle/>
                    <a:p>
                      <a:pPr lvl="0" indent="0" marL="0">
                        <a:buNone/>
                      </a:pPr>
                      <a:r>
                        <a:rPr b="1"/>
                        <a:t>Implementation</a:t>
                      </a:r>
                    </a:p>
                  </a:txBody>
                </a:tc>
                <a:tc>
                  <a:txBody>
                    <a:bodyPr/>
                    <a:lstStyle/>
                    <a:p>
                      <a:pPr lvl="0" indent="0" marL="0">
                        <a:buNone/>
                      </a:pPr>
                      <a:r>
                        <a:rPr/>
                        <a:t>The simulation is the realistic environment (ER). Three key CA components are embedded: </a:t>
                      </a:r>
                      <a:r>
                        <a:rPr b="1"/>
                        <a:t>Modeling</a:t>
                      </a:r>
                      <a:r>
                        <a:rPr/>
                        <a:t>, </a:t>
                      </a:r>
                      <a:r>
                        <a:rPr b="1"/>
                        <a:t>Scaffolding</a:t>
                      </a:r>
                      <a:r>
                        <a:rPr/>
                        <a:t>, and </a:t>
                      </a:r>
                      <a:r>
                        <a:rPr b="1"/>
                        <a:t>Fading</a:t>
                      </a:r>
                    </a:p>
                  </a:txBody>
                </a:tc>
              </a:tr>
              <a:tr h="0">
                <a:tc>
                  <a:txBody>
                    <a:bodyPr/>
                    <a:lstStyle/>
                    <a:p>
                      <a:pPr lvl="0" indent="0" marL="0">
                        <a:buNone/>
                      </a:pPr>
                      <a:r>
                        <a:rPr b="1"/>
                        <a:t>Transition</a:t>
                      </a:r>
                    </a:p>
                  </a:txBody>
                </a:tc>
                <a:tc>
                  <a:txBody>
                    <a:bodyPr/>
                    <a:lstStyle/>
                    <a:p>
                      <a:pPr lvl="0" indent="0" marL="0">
                        <a:buNone/>
                      </a:pPr>
                      <a:r>
                        <a:rPr/>
                        <a:t>“Speaker B will now walk you through exactly how we implemented each of these three components.”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A diagram showing the three pillars of Cognitive Apprenticeship (Modeling → Scaffolding → Fading) as a progression, with arrows pointing to corresponding application features.</a:t>
            </a:r>
          </a:p>
          <a:p>
            <a:pPr lvl="0" indent="0" marL="0">
              <a:buNone/>
            </a:pPr>
            <a:r>
              <a:rPr b="1"/>
              <a:t>Speaker Notes:</a:t>
            </a:r>
            <a:r>
              <a:rPr/>
              <a:t> This is the overarching framework. Briefly explain that CA is about making expert thinking visible, then hand off to Speaker B who demonstrates the concrete implementations.</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5 — Modeling: The Expert’s Path </a:t>
            </a:r>
            <a:r>
              <a:rPr b="1" i="1"/>
              <a:t>(Speaker B · ~1.5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The system demonstrates expert-level performance so learners can build a conceptual model of expert reasoning</a:t>
                      </a:r>
                    </a:p>
                  </a:txBody>
                </a:tc>
              </a:tr>
              <a:tr h="0">
                <a:tc>
                  <a:txBody>
                    <a:bodyPr/>
                    <a:lstStyle/>
                    <a:p>
                      <a:pPr lvl="0" indent="0" marL="0">
                        <a:buNone/>
                      </a:pPr>
                      <a:r>
                        <a:rPr b="1"/>
                        <a:t>Implementation</a:t>
                      </a:r>
                    </a:p>
                  </a:txBody>
                </a:tc>
                <a:tc>
                  <a:txBody>
                    <a:bodyPr/>
                    <a:lstStyle/>
                    <a:p>
                      <a:pPr lvl="0" indent="0" marL="0">
                        <a:buNone/>
                      </a:pPr>
                      <a:r>
                        <a:rPr/>
                        <a:t>After completing a case, the </a:t>
                      </a:r>
                      <a:r>
                        <a:rPr b="1"/>
                        <a:t>Feedback Stage</a:t>
                      </a:r>
                      <a:r>
                        <a:rPr/>
                        <a:t> shows the “Expert’s Path”: exactly which tests an expert doctor would order + the optimal cost</a:t>
                      </a:r>
                    </a:p>
                  </a:txBody>
                </a:tc>
              </a:tr>
              <a:tr h="0">
                <a:tc>
                  <a:txBody>
                    <a:bodyPr/>
                    <a:lstStyle/>
                    <a:p>
                      <a:pPr lvl="0" indent="0" marL="0">
                        <a:buNone/>
                      </a:pPr>
                      <a:r>
                        <a:rPr b="1"/>
                        <a:t>Code Reference</a:t>
                      </a:r>
                    </a:p>
                  </a:txBody>
                </a:tc>
                <a:tc>
                  <a:txBody>
                    <a:bodyPr/>
                    <a:lstStyle/>
                    <a:p>
                      <a:pPr lvl="0" indent="0" marL="0">
                        <a:buNone/>
                      </a:pPr>
                      <a:r>
                        <a:rPr>
                          <a:latin typeface="Courier"/>
                        </a:rPr>
                        <a:t>renderFeedback()</a:t>
                      </a:r>
                      <a:r>
                        <a:rPr/>
                        <a:t> in </a:t>
                      </a:r>
                      <a:r>
                        <a:rPr>
                          <a:latin typeface="Courier"/>
                        </a:rPr>
                        <a:t>app.js</a:t>
                      </a:r>
                      <a:r>
                        <a:rPr/>
                        <a:t> — calculates </a:t>
                      </a:r>
                      <a:r>
                        <a:rPr>
                          <a:latin typeface="Courier"/>
                        </a:rPr>
                        <a:t>relevantTests</a:t>
                      </a:r>
                      <a:r>
                        <a:rPr/>
                        <a:t>, </a:t>
                      </a:r>
                      <a:r>
                        <a:rPr>
                          <a:latin typeface="Courier"/>
                        </a:rPr>
                        <a:t>optimalCost</a:t>
                      </a:r>
                      <a:r>
                        <a:rPr/>
                        <a:t>, and </a:t>
                      </a:r>
                      <a:r>
                        <a:rPr>
                          <a:latin typeface="Courier"/>
                        </a:rPr>
                        <a:t>optimalTestsNames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Screenshot of the Feedback stage highlighting the “Expert’s Path” card - Side-by-side: Student’s ordered tests vs. Expert’s optimal tests</a:t>
            </a:r>
          </a:p>
          <a:p>
            <a:pPr lvl="0" indent="0" marL="0">
              <a:buNone/>
            </a:pPr>
            <a:r>
              <a:rPr b="1"/>
              <a:t>Speaker Notes:</a:t>
            </a:r>
            <a:r>
              <a:rPr/>
              <a:t> Explain that this makes the </a:t>
            </a:r>
            <a:r>
              <a:rPr i="1"/>
              <a:t>invisible</a:t>
            </a:r>
            <a:r>
              <a:rPr/>
              <a:t> reasoning of a senior clinician </a:t>
            </a:r>
            <a:r>
              <a:rPr i="1"/>
              <a:t>visible</a:t>
            </a:r>
            <a:r>
              <a:rPr/>
              <a:t>. Students can compare their own test-ordering strategy against the gold standard. Emphasize the cost comparison ($wastedMoney vs $optimalCost).</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6 — Scaffolding </a:t>
            </a:r>
            <a:r>
              <a:rPr b="1" i="1"/>
              <a:t>(Speaker B · ~1.5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Providing structured support to prevent cognitive overload while learners tackle complex tasks</a:t>
                      </a:r>
                    </a:p>
                  </a:txBody>
                </a:tc>
              </a:tr>
              <a:tr h="0">
                <a:tc>
                  <a:txBody>
                    <a:bodyPr/>
                    <a:lstStyle/>
                    <a:p>
                      <a:pPr lvl="0" indent="0" marL="0">
                        <a:buNone/>
                      </a:pPr>
                      <a:r>
                        <a:rPr b="1"/>
                        <a:t>Implementation 1 — Stage Structure</a:t>
                      </a:r>
                    </a:p>
                  </a:txBody>
                </a:tc>
                <a:tc>
                  <a:txBody>
                    <a:bodyPr/>
                    <a:lstStyle/>
                    <a:p>
                      <a:pPr lvl="0" indent="0" marL="0">
                        <a:buNone/>
                      </a:pPr>
                      <a:r>
                        <a:rPr/>
                        <a:t>The strict 4-stage UI flow (Anamnesis → Diagnostics → Diagnosis → Feedback) prevents students from skipping steps</a:t>
                      </a:r>
                    </a:p>
                  </a:txBody>
                </a:tc>
              </a:tr>
              <a:tr h="0">
                <a:tc>
                  <a:txBody>
                    <a:bodyPr/>
                    <a:lstStyle/>
                    <a:p>
                      <a:pPr lvl="0" indent="0" marL="0">
                        <a:buNone/>
                      </a:pPr>
                      <a:r>
                        <a:rPr b="1"/>
                        <a:t>Implementation 2 — The Budget</a:t>
                      </a:r>
                    </a:p>
                  </a:txBody>
                </a:tc>
                <a:tc>
                  <a:txBody>
                    <a:bodyPr/>
                    <a:lstStyle/>
                    <a:p>
                      <a:pPr lvl="0" indent="0" marL="0">
                        <a:buNone/>
                      </a:pPr>
                      <a:r>
                        <a:rPr/>
                        <a:t>A $1000 starting budget prevents “shotgun testing” (ordering every available test) and forces deliberate, reasoned choices</a:t>
                      </a:r>
                    </a:p>
                  </a:txBody>
                </a:tc>
              </a:tr>
              <a:tr h="0">
                <a:tc>
                  <a:txBody>
                    <a:bodyPr/>
                    <a:lstStyle/>
                    <a:p>
                      <a:pPr lvl="0" indent="0" marL="0">
                        <a:buNone/>
                      </a:pPr>
                      <a:r>
                        <a:rPr b="1"/>
                        <a:t>Code Reference</a:t>
                      </a:r>
                    </a:p>
                  </a:txBody>
                </a:tc>
                <a:tc>
                  <a:txBody>
                    <a:bodyPr/>
                    <a:lstStyle/>
                    <a:p>
                      <a:pPr lvl="0" indent="0" marL="0">
                        <a:buNone/>
                      </a:pPr>
                      <a:r>
                        <a:rPr/>
                        <a:t>Progress bar + stage navigation in </a:t>
                      </a:r>
                      <a:r>
                        <a:rPr>
                          <a:latin typeface="Courier"/>
                        </a:rPr>
                        <a:t>render()</a:t>
                      </a:r>
                      <a:r>
                        <a:rPr/>
                        <a:t>, budget enforcement in </a:t>
                      </a:r>
                      <a:r>
                        <a:rPr>
                          <a:latin typeface="Courier"/>
                        </a:rPr>
                        <a:t>renderDiagnostics()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Screenshot of the progress bar and stage navigation - Screenshot of the budget display + the “Insufficient budget” alert - Diagram: “Without scaffold → random guessing” vs. “With scaffold → structured reasoning”</a:t>
            </a:r>
          </a:p>
          <a:p>
            <a:pPr lvl="0" indent="0" marL="0">
              <a:buNone/>
            </a:pPr>
            <a:r>
              <a:rPr b="1"/>
              <a:t>Speaker Notes:</a:t>
            </a:r>
            <a:r>
              <a:rPr/>
              <a:t> Emphasize two types of scaffolding: (1) procedural scaffolding via the UI structure forcing a clinical workflow, and (2) constraint scaffolding via the budget preventing brute-force strategies. Mention the </a:t>
            </a:r>
            <a:r>
              <a:rPr>
                <a:latin typeface="Courier"/>
              </a:rPr>
              <a:t>alert("Insufficient budget for this test!")</a:t>
            </a:r>
            <a:r>
              <a:rPr/>
              <a:t> as the enforcement mechanism.</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7 — Fading (Dynamic Difficulty) </a:t>
            </a:r>
            <a:r>
              <a:rPr b="1" i="1"/>
              <a:t>(Speaker B · ~1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Gradual removal of support as learner competence grows, increasing cognitive responsibility</a:t>
                      </a:r>
                    </a:p>
                  </a:txBody>
                </a:tc>
              </a:tr>
              <a:tr h="0">
                <a:tc>
                  <a:txBody>
                    <a:bodyPr/>
                    <a:lstStyle/>
                    <a:p>
                      <a:pPr lvl="0" indent="0" marL="0">
                        <a:buNone/>
                      </a:pPr>
                      <a:r>
                        <a:rPr b="1"/>
                        <a:t>Implementation</a:t>
                      </a:r>
                    </a:p>
                  </a:txBody>
                </a:tc>
                <a:tc>
                  <a:txBody>
                    <a:bodyPr/>
                    <a:lstStyle/>
                    <a:p>
                      <a:pPr lvl="0" indent="0" marL="0">
                        <a:buNone/>
                      </a:pPr>
                      <a:r>
                        <a:rPr/>
                        <a:t>Starting budget decreases by $100 per successfully solved case (from $1000 down to a minimum of $500)</a:t>
                      </a:r>
                    </a:p>
                  </a:txBody>
                </a:tc>
              </a:tr>
              <a:tr h="0">
                <a:tc>
                  <a:txBody>
                    <a:bodyPr/>
                    <a:lstStyle/>
                    <a:p>
                      <a:pPr lvl="0" indent="0" marL="0">
                        <a:buNone/>
                      </a:pPr>
                      <a:r>
                        <a:rPr b="1"/>
                        <a:t>Code</a:t>
                      </a:r>
                    </a:p>
                  </a:txBody>
                </a:tc>
                <a:tc>
                  <a:txBody>
                    <a:bodyPr/>
                    <a:lstStyle/>
                    <a:p>
                      <a:pPr lvl="0" indent="0" marL="0">
                        <a:buNone/>
                      </a:pPr>
                      <a:r>
                        <a:rPr>
                          <a:latin typeface="Courier"/>
                        </a:rPr>
                        <a:t>state.initialBudget = Math.max(500, 1000 - (state.analytics.casesSolved * 100))</a:t>
                      </a:r>
                    </a:p>
                  </a:txBody>
                </a:tc>
              </a:tr>
              <a:tr h="0">
                <a:tc>
                  <a:txBody>
                    <a:bodyPr/>
                    <a:lstStyle/>
                    <a:p>
                      <a:pPr lvl="0" indent="0" marL="0">
                        <a:buNone/>
                      </a:pPr>
                      <a:r>
                        <a:rPr b="1"/>
                        <a:t>Effect</a:t>
                      </a:r>
                    </a:p>
                  </a:txBody>
                </a:tc>
                <a:tc>
                  <a:txBody>
                    <a:bodyPr/>
                    <a:lstStyle/>
                    <a:p>
                      <a:pPr lvl="0" indent="0" marL="0">
                        <a:buNone/>
                      </a:pPr>
                      <a:r>
                        <a:rPr/>
                        <a:t>Level 1 = $1000 budget (forgiving) → Level 6 = $500 budget (expert-level precision required)</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A simple chart/graph showing Budget vs. Cases Solved (staircase going from $1000 → $500) - Screenshot of the Dashboard showing “Current Difficulty (Fading): Level X”</a:t>
            </a:r>
          </a:p>
          <a:p>
            <a:pPr lvl="0" indent="0" marL="0">
              <a:buNone/>
            </a:pPr>
            <a:r>
              <a:rPr b="1"/>
              <a:t>Speaker Notes:</a:t>
            </a:r>
            <a:r>
              <a:rPr/>
              <a:t> Explain that this is </a:t>
            </a:r>
            <a:r>
              <a:rPr i="1"/>
              <a:t>automatic</a:t>
            </a:r>
            <a:r>
              <a:rPr/>
              <a:t> fading — the system adapts without instructor intervention. Connect to Vygotsky’s Zone of Proximal Development: as students master cases, the scaffold is pulled away to push them toward independent mastery.</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8 — Active Experimentation (The ER Loop) </a:t>
            </a:r>
            <a:r>
              <a:rPr b="1" i="1"/>
              <a:t>(Speaker B · ~1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From Kolb’s Experiential Learning Cycle — learners test hypotheses in a safe environment and reflect on outcomes</a:t>
                      </a:r>
                    </a:p>
                  </a:txBody>
                </a:tc>
              </a:tr>
              <a:tr h="0">
                <a:tc>
                  <a:txBody>
                    <a:bodyPr/>
                    <a:lstStyle/>
                    <a:p>
                      <a:pPr lvl="0" indent="0" marL="0">
                        <a:buNone/>
                      </a:pPr>
                      <a:r>
                        <a:rPr b="1"/>
                        <a:t>Implementation</a:t>
                      </a:r>
                    </a:p>
                  </a:txBody>
                </a:tc>
                <a:tc>
                  <a:txBody>
                    <a:bodyPr/>
                    <a:lstStyle/>
                    <a:p>
                      <a:pPr lvl="0" indent="0" marL="0">
                        <a:buNone/>
                      </a:pPr>
                      <a:r>
                        <a:rPr/>
                        <a:t>Students can freely navigate back and forth between Anamnesis ↔ Diagnostics without penalty. They form a hypothesis, order a test, view the result, and if surprised, return to ask more questions</a:t>
                      </a:r>
                    </a:p>
                  </a:txBody>
                </a:tc>
              </a:tr>
              <a:tr h="0">
                <a:tc>
                  <a:txBody>
                    <a:bodyPr/>
                    <a:lstStyle/>
                    <a:p>
                      <a:pPr lvl="0" indent="0" marL="0">
                        <a:buNone/>
                      </a:pPr>
                      <a:r>
                        <a:rPr b="1"/>
                        <a:t>Code Reference</a:t>
                      </a:r>
                    </a:p>
                  </a:txBody>
                </a:tc>
                <a:tc>
                  <a:txBody>
                    <a:bodyPr/>
                    <a:lstStyle/>
                    <a:p>
                      <a:pPr lvl="0" indent="0" marL="0">
                        <a:buNone/>
                      </a:pPr>
                      <a:r>
                        <a:rPr/>
                        <a:t>The “Back to Anamnesis” button in </a:t>
                      </a:r>
                      <a:r>
                        <a:rPr>
                          <a:latin typeface="Courier"/>
                        </a:rPr>
                        <a:t>renderDiagnostics()</a:t>
                      </a:r>
                      <a:r>
                        <a:rPr/>
                        <a:t> and clickable stage navigation indicators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A circular arrow diagram: Anamnesis ↔ Diagnostics (loop) → Diagnosis → Feedback - Screenshot showing the “Back to Anamnesis” button</a:t>
            </a:r>
          </a:p>
          <a:p>
            <a:pPr lvl="0" indent="0" marL="0">
              <a:buNone/>
            </a:pPr>
            <a:r>
              <a:rPr b="1"/>
              <a:t>Speaker Notes:</a:t>
            </a:r>
            <a:r>
              <a:rPr/>
              <a:t> Emphasize that this is a </a:t>
            </a:r>
            <a:r>
              <a:rPr i="1"/>
              <a:t>safe sandbox</a:t>
            </a:r>
            <a:r>
              <a:rPr/>
              <a:t>. There is no penalty for going back — only for ordering irrelevant tests. This encourages hypothesis-driven exploration rather than fear of failure. Transition to Speaker C for the assessment concepts.</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9 — Formative Feedback </a:t>
            </a:r>
            <a:r>
              <a:rPr b="1" i="1"/>
              <a:t>(Speaker C · ~1.5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Immediate, iterative feedback </a:t>
                      </a:r>
                      <a:r>
                        <a:rPr i="1"/>
                        <a:t>during</a:t>
                      </a:r>
                      <a:r>
                        <a:rPr/>
                        <a:t> the learning process to modify and improve understanding before final evaluation (Black &amp; Wiliam, 1998)</a:t>
                      </a:r>
                    </a:p>
                  </a:txBody>
                </a:tc>
              </a:tr>
              <a:tr h="0">
                <a:tc>
                  <a:txBody>
                    <a:bodyPr/>
                    <a:lstStyle/>
                    <a:p>
                      <a:pPr lvl="0" indent="0" marL="0">
                        <a:buNone/>
                      </a:pPr>
                      <a:r>
                        <a:rPr b="1"/>
                        <a:t>Implementation</a:t>
                      </a:r>
                    </a:p>
                  </a:txBody>
                </a:tc>
                <a:tc>
                  <a:txBody>
                    <a:bodyPr/>
                    <a:lstStyle/>
                    <a:p>
                      <a:pPr lvl="0" indent="0" marL="0">
                        <a:buNone/>
                      </a:pPr>
                      <a:r>
                        <a:rPr/>
                        <a:t>On an </a:t>
                      </a:r>
                      <a:r>
                        <a:rPr b="1"/>
                        <a:t>incorrect diagnosis</a:t>
                      </a:r>
                      <a:r>
                        <a:rPr/>
                        <a:t>: the system explains what was wrong, shows how many irrelevant tests were ordered, and provides a </a:t>
                      </a:r>
                      <a:r>
                        <a:rPr b="1"/>
                        <a:t>“Return to Patient”</a:t>
                      </a:r>
                      <a:r>
                        <a:rPr/>
                        <a:t> button to try again</a:t>
                      </a:r>
                    </a:p>
                  </a:txBody>
                </a:tc>
              </a:tr>
              <a:tr h="0">
                <a:tc>
                  <a:txBody>
                    <a:bodyPr/>
                    <a:lstStyle/>
                    <a:p>
                      <a:pPr lvl="0" indent="0" marL="0">
                        <a:buNone/>
                      </a:pPr>
                      <a:r>
                        <a:rPr b="1"/>
                        <a:t>Key Design Decision</a:t>
                      </a:r>
                    </a:p>
                  </a:txBody>
                </a:tc>
                <a:tc>
                  <a:txBody>
                    <a:bodyPr/>
                    <a:lstStyle/>
                    <a:p>
                      <a:pPr lvl="0" indent="0" marL="0">
                        <a:buNone/>
                      </a:pPr>
                      <a:r>
                        <a:rPr/>
                        <a:t>The simulation does </a:t>
                      </a:r>
                      <a:r>
                        <a:rPr b="1"/>
                        <a:t>not</a:t>
                      </a:r>
                      <a:r>
                        <a:rPr/>
                        <a:t> end on failure — it invites the learner to rethink and retry</a:t>
                      </a:r>
                    </a:p>
                  </a:txBody>
                </a:tc>
              </a:tr>
              <a:tr h="0">
                <a:tc>
                  <a:txBody>
                    <a:bodyPr/>
                    <a:lstStyle/>
                    <a:p>
                      <a:pPr lvl="0" indent="0" marL="0">
                        <a:buNone/>
                      </a:pPr>
                      <a:r>
                        <a:rPr b="1"/>
                        <a:t>Code Reference</a:t>
                      </a:r>
                    </a:p>
                  </a:txBody>
                </a:tc>
                <a:tc>
                  <a:txBody>
                    <a:bodyPr/>
                    <a:lstStyle/>
                    <a:p>
                      <a:pPr lvl="0" indent="0" marL="0">
                        <a:buNone/>
                      </a:pPr>
                      <a:r>
                        <a:rPr/>
                        <a:t>The </a:t>
                      </a:r>
                      <a:r>
                        <a:rPr>
                          <a:latin typeface="Courier"/>
                        </a:rPr>
                        <a:t>!isCorrect</a:t>
                      </a:r>
                      <a:r>
                        <a:rPr/>
                        <a:t> branch in </a:t>
                      </a:r>
                      <a:r>
                        <a:rPr>
                          <a:latin typeface="Courier"/>
                        </a:rPr>
                        <a:t>renderFeedback()</a:t>
                      </a:r>
                      <a:r>
                        <a:rPr/>
                        <a:t> with </a:t>
                      </a:r>
                      <a:r>
                        <a:rPr>
                          <a:latin typeface="Courier"/>
                        </a:rPr>
                        <a:t>#return-btn</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Screenshot of the incorrect diagnosis feedback (red card) with the “Return to Patient” button highlighted - Flow: Incorrect → Feedback → Return to Diagnostics → Reorder tests → Resubmit</a:t>
            </a:r>
          </a:p>
          <a:p>
            <a:pPr lvl="0" indent="0" marL="0">
              <a:buNone/>
            </a:pPr>
            <a:r>
              <a:rPr b="1"/>
              <a:t>Speaker Notes:</a:t>
            </a:r>
            <a:r>
              <a:rPr/>
              <a:t> Stress the difference between formative and summative feedback. This is the formative component — it’s </a:t>
            </a:r>
            <a:r>
              <a:rPr i="1"/>
              <a:t>constructive</a:t>
            </a:r>
            <a:r>
              <a:rPr/>
              <a:t> and </a:t>
            </a:r>
            <a:r>
              <a:rPr i="1"/>
              <a:t>actionable</a:t>
            </a:r>
            <a:r>
              <a:rPr/>
              <a:t>. The student doesn’t just see “Wrong”, they see </a:t>
            </a:r>
            <a:r>
              <a:rPr i="1"/>
              <a:t>why</a:t>
            </a:r>
            <a:r>
              <a:rPr/>
              <a:t> it’s wrong and get to immediately apply that knowledge. Also mention the “Give Up” option for cases that are too difficult.</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10 — Summative Assessment </a:t>
            </a:r>
            <a:r>
              <a:rPr b="1" i="1"/>
              <a:t>(Speaker C · ~1.5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Evaluation at the end of a learning unit, compared against a benchmark (Scriven, 1967)</a:t>
                      </a:r>
                    </a:p>
                  </a:txBody>
                </a:tc>
              </a:tr>
              <a:tr h="0">
                <a:tc>
                  <a:txBody>
                    <a:bodyPr/>
                    <a:lstStyle/>
                    <a:p>
                      <a:pPr lvl="0" indent="0" marL="0">
                        <a:buNone/>
                      </a:pPr>
                      <a:r>
                        <a:rPr b="1"/>
                        <a:t>Scoring Breakdown</a:t>
                      </a:r>
                    </a:p>
                  </a:txBody>
                </a:tc>
                <a:tc>
                  <a:txBody>
                    <a:bodyPr/>
                    <a:lstStyle/>
                    <a:p>
                      <a:pPr lvl="0" indent="0" marL="0">
                        <a:buNone/>
                      </a:pPr>
                      <a:r>
                        <a:rPr b="1"/>
                        <a:t>60 points</a:t>
                      </a:r>
                      <a:r>
                        <a:rPr/>
                        <a:t> for correct diagnosis + up to </a:t>
                      </a:r>
                      <a:r>
                        <a:rPr b="1"/>
                        <a:t>40 points</a:t>
                      </a:r>
                      <a:r>
                        <a:rPr/>
                        <a:t> for diagnostic efficiency (−15 per irrelevant test)</a:t>
                      </a:r>
                    </a:p>
                  </a:txBody>
                </a:tc>
              </a:tr>
              <a:tr h="0">
                <a:tc>
                  <a:txBody>
                    <a:bodyPr/>
                    <a:lstStyle/>
                    <a:p>
                      <a:pPr lvl="0" indent="0" marL="0">
                        <a:buNone/>
                      </a:pPr>
                      <a:r>
                        <a:rPr b="1"/>
                        <a:t>Grade Scale</a:t>
                      </a:r>
                    </a:p>
                  </a:txBody>
                </a:tc>
                <a:tc>
                  <a:txBody>
                    <a:bodyPr/>
                    <a:lstStyle/>
                    <a:p>
                      <a:pPr lvl="0" indent="0" marL="0">
                        <a:buNone/>
                      </a:pPr>
                      <a:r>
                        <a:rPr/>
                        <a:t>≥90 = Excellent · ≥70 = Good · ≥50 = Satisfactory · &lt;50 = Needs Improvement</a:t>
                      </a:r>
                    </a:p>
                  </a:txBody>
                </a:tc>
              </a:tr>
              <a:tr h="0">
                <a:tc>
                  <a:txBody>
                    <a:bodyPr/>
                    <a:lstStyle/>
                    <a:p>
                      <a:pPr lvl="0" indent="0" marL="0">
                        <a:buNone/>
                      </a:pPr>
                      <a:r>
                        <a:rPr b="1"/>
                        <a:t>Code Reference</a:t>
                      </a:r>
                    </a:p>
                  </a:txBody>
                </a:tc>
                <a:tc>
                  <a:txBody>
                    <a:bodyPr/>
                    <a:lstStyle/>
                    <a:p>
                      <a:pPr lvl="0" indent="0" marL="0">
                        <a:buNone/>
                      </a:pPr>
                      <a:r>
                        <a:rPr/>
                        <a:t>Score calculation in </a:t>
                      </a:r>
                      <a:r>
                        <a:rPr>
                          <a:latin typeface="Courier"/>
                        </a:rPr>
                        <a:t>renderFeedback()</a:t>
                      </a:r>
                      <a:r>
                        <a:rPr/>
                        <a:t>: </a:t>
                      </a:r>
                      <a:r>
                        <a:rPr>
                          <a:latin typeface="Courier"/>
                        </a:rPr>
                        <a:t>score += 60</a:t>
                      </a:r>
                      <a:r>
                        <a:rPr/>
                        <a:t> (diagnosis) + </a:t>
                      </a:r>
                      <a:r>
                        <a:rPr>
                          <a:latin typeface="Courier"/>
                        </a:rPr>
                        <a:t>40 - (irrelevantCount * 15)</a:t>
                      </a:r>
                      <a:r>
                        <a:rPr/>
                        <a:t> (efficiency)</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Screenshot of the summative score display (“Score: X / 100, Final Grade: Y”) - A breakdown graphic: 60 pts (Diagnosis Accuracy) + 40 pts (Diagnostic Efficiency) = 100 pts max</a:t>
            </a:r>
          </a:p>
          <a:p>
            <a:pPr lvl="0" indent="0" marL="0">
              <a:buNone/>
            </a:pPr>
            <a:r>
              <a:rPr b="1"/>
              <a:t>Speaker Notes:</a:t>
            </a:r>
            <a:r>
              <a:rPr/>
              <a:t> Explain the dual-axis grading: it’s not enough to get the right answer — students must also demonstrate </a:t>
            </a:r>
            <a:r>
              <a:rPr i="1"/>
              <a:t>efficient</a:t>
            </a:r>
            <a:r>
              <a:rPr/>
              <a:t> clinical reasoning. This mirrors real-world medicine where unnecessary tests cost money and burden patients. Mention that this fulfills the professor’s requirement for </a:t>
            </a:r>
            <a:r>
              <a:rPr b="1"/>
              <a:t>summative or formative assessment</a:t>
            </a:r>
            <a:r>
              <a:rPr/>
              <a:t>.</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11 — Learning Analytics (Dashboard) </a:t>
            </a:r>
            <a:r>
              <a:rPr b="1" i="1"/>
              <a:t>(Speaker C · ~1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Theory</a:t>
                      </a:r>
                    </a:p>
                  </a:txBody>
                </a:tc>
                <a:tc>
                  <a:txBody>
                    <a:bodyPr/>
                    <a:lstStyle/>
                    <a:p>
                      <a:pPr lvl="0" indent="0" marL="0">
                        <a:buNone/>
                      </a:pPr>
                      <a:r>
                        <a:rPr/>
                        <a:t>Measurement and reporting of learner data to understand and optimize the learning environment (Siemens &amp; Long, 2011)</a:t>
                      </a:r>
                    </a:p>
                  </a:txBody>
                </a:tc>
              </a:tr>
              <a:tr h="0">
                <a:tc>
                  <a:txBody>
                    <a:bodyPr/>
                    <a:lstStyle/>
                    <a:p>
                      <a:pPr lvl="0" indent="0" marL="0">
                        <a:buNone/>
                      </a:pPr>
                      <a:r>
                        <a:rPr b="1"/>
                        <a:t>Implementation</a:t>
                      </a:r>
                    </a:p>
                  </a:txBody>
                </a:tc>
                <a:tc>
                  <a:txBody>
                    <a:bodyPr/>
                    <a:lstStyle/>
                    <a:p>
                      <a:pPr lvl="0" indent="0" marL="0">
                        <a:buNone/>
                      </a:pPr>
                      <a:r>
                        <a:rPr/>
                        <a:t>Browser </a:t>
                      </a:r>
                      <a:r>
                        <a:rPr>
                          <a:latin typeface="Courier"/>
                        </a:rPr>
                        <a:t>localStorage</a:t>
                      </a:r>
                      <a:r>
                        <a:rPr/>
                        <a:t> persists three key metrics across sessions: Cases Solved, Average Score, and Budget Wasted</a:t>
                      </a:r>
                    </a:p>
                  </a:txBody>
                </a:tc>
              </a:tr>
              <a:tr h="0">
                <a:tc>
                  <a:txBody>
                    <a:bodyPr/>
                    <a:lstStyle/>
                    <a:p>
                      <a:pPr lvl="0" indent="0" marL="0">
                        <a:buNone/>
                      </a:pPr>
                      <a:r>
                        <a:rPr b="1"/>
                        <a:t>Additional Feature</a:t>
                      </a:r>
                    </a:p>
                  </a:txBody>
                </a:tc>
                <a:tc>
                  <a:txBody>
                    <a:bodyPr/>
                    <a:lstStyle/>
                    <a:p>
                      <a:pPr lvl="0" indent="0" marL="0">
                        <a:buNone/>
                      </a:pPr>
                      <a:r>
                        <a:rPr/>
                        <a:t>The dashboard also shows the current Fading difficulty level</a:t>
                      </a:r>
                    </a:p>
                  </a:txBody>
                </a:tc>
              </a:tr>
              <a:tr h="0">
                <a:tc>
                  <a:txBody>
                    <a:bodyPr/>
                    <a:lstStyle/>
                    <a:p>
                      <a:pPr lvl="0" indent="0" marL="0">
                        <a:buNone/>
                      </a:pPr>
                      <a:r>
                        <a:rPr b="1"/>
                        <a:t>Code Reference</a:t>
                      </a:r>
                    </a:p>
                  </a:txBody>
                </a:tc>
                <a:tc>
                  <a:txBody>
                    <a:bodyPr/>
                    <a:lstStyle/>
                    <a:p>
                      <a:pPr lvl="0" indent="0" marL="0">
                        <a:buNone/>
                      </a:pPr>
                      <a:r>
                        <a:rPr>
                          <a:latin typeface="Courier"/>
                        </a:rPr>
                        <a:t>loadAnalytics()</a:t>
                      </a:r>
                      <a:r>
                        <a:rPr/>
                        <a:t> / </a:t>
                      </a:r>
                      <a:r>
                        <a:rPr>
                          <a:latin typeface="Courier"/>
                        </a:rPr>
                        <a:t>saveAnalytics()</a:t>
                      </a:r>
                      <a:r>
                        <a:rPr/>
                        <a:t> + the Dashboard modal in </a:t>
                      </a:r>
                      <a:r>
                        <a:rPr>
                          <a:latin typeface="Courier"/>
                        </a:rPr>
                        <a:t>index.html</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Visuals:</a:t>
            </a:r>
            <a:r>
              <a:rPr/>
              <a:t> - Screenshot of the Dashboard modal with sample data filled in - Diagram showing the data flow: User actions → </a:t>
            </a:r>
            <a:r>
              <a:rPr>
                <a:latin typeface="Courier"/>
              </a:rPr>
              <a:t>state.analytics</a:t>
            </a:r>
            <a:r>
              <a:rPr/>
              <a:t> → </a:t>
            </a:r>
            <a:r>
              <a:rPr>
                <a:latin typeface="Courier"/>
              </a:rPr>
              <a:t>localStorage</a:t>
            </a:r>
            <a:r>
              <a:rPr/>
              <a:t> → Dashboard display</a:t>
            </a:r>
          </a:p>
          <a:p>
            <a:pPr lvl="0" indent="0" marL="0">
              <a:buNone/>
            </a:pPr>
            <a:r>
              <a:rPr b="1"/>
              <a:t>Speaker Notes:</a:t>
            </a:r>
            <a:r>
              <a:rPr/>
              <a:t> Explain that learning analytics allow students to </a:t>
            </a:r>
            <a:r>
              <a:rPr i="1"/>
              <a:t>self-regulate</a:t>
            </a:r>
            <a:r>
              <a:rPr/>
              <a:t> their learning by tracking longitudinal progress. Highlight that this data persists — if the student returns the next day, their progress is still there. Mention that this could be extended to instructor-facing analytics in future versions.</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12 — Live Demo </a:t>
            </a:r>
            <a:r>
              <a:rPr b="1" i="1"/>
              <a:t>(All Speakers · ~2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Action</a:t>
                      </a:r>
                    </a:p>
                  </a:txBody>
                </a:tc>
                <a:tc>
                  <a:txBody>
                    <a:bodyPr/>
                    <a:lstStyle/>
                    <a:p>
                      <a:pPr lvl="0" indent="0" marL="0">
                        <a:buNone/>
                      </a:pPr>
                      <a:r>
                        <a:rPr/>
                        <a:t>Open </a:t>
                      </a:r>
                      <a:r>
                        <a:rPr>
                          <a:latin typeface="Courier"/>
                        </a:rPr>
                        <a:t>index.html</a:t>
                      </a:r>
                      <a:r>
                        <a:rPr/>
                        <a:t> in a browser and walk through one complete case</a:t>
                      </a:r>
                    </a:p>
                  </a:txBody>
                </a:tc>
              </a:tr>
              <a:tr h="0">
                <a:tc>
                  <a:txBody>
                    <a:bodyPr/>
                    <a:lstStyle/>
                    <a:p>
                      <a:pPr lvl="0" indent="0" marL="0">
                        <a:buNone/>
                      </a:pPr>
                      <a:r>
                        <a:rPr b="1"/>
                        <a:t>Suggested Flow</a:t>
                      </a:r>
                    </a:p>
                  </a:txBody>
                </a:tc>
                <a:tc>
                  <a:txBody>
                    <a:bodyPr/>
                    <a:lstStyle/>
                    <a:p>
                      <a:pPr lvl="0" indent="0" marL="0">
                        <a:buNone/>
                      </a:pPr>
                      <a:r>
                        <a:rPr/>
                        <a:t>Pick a case → ask 2–3 anamnesis questions → order 2 relevant + 1 irrelevant test → submit a correct diagnosis → show the feedback page with Expert’s Path, scores, and formative feedback</a:t>
                      </a:r>
                    </a:p>
                  </a:txBody>
                </a:tc>
              </a:tr>
              <a:tr h="0">
                <a:tc>
                  <a:txBody>
                    <a:bodyPr/>
                    <a:lstStyle/>
                    <a:p>
                      <a:pPr lvl="0" indent="0" marL="0">
                        <a:buNone/>
                      </a:pPr>
                      <a:r>
                        <a:rPr b="1"/>
                        <a:t>Highlight</a:t>
                      </a:r>
                    </a:p>
                  </a:txBody>
                </a:tc>
                <a:tc>
                  <a:txBody>
                    <a:bodyPr/>
                    <a:lstStyle/>
                    <a:p>
                      <a:pPr lvl="0" indent="0" marL="0">
                        <a:buNone/>
                      </a:pPr>
                      <a:r>
                        <a:rPr/>
                        <a:t>Point out the budget decreasing, the progress bar advancing, and the scaffolding UI</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[!TIP] Pre-load the application with 2–3 previously solved cases (via localStorage manipulation) so the Dashboard shows meaningful data and the Fading difficulty level is visible at Level 3+.</a:t>
            </a:r>
          </a:p>
          <a:p>
            <a:pPr lvl="0" indent="0" marL="0">
              <a:buNone/>
            </a:pPr>
            <a:r>
              <a:rPr b="1"/>
              <a:t>Speaker Notes:</a:t>
            </a:r>
            <a:r>
              <a:rPr/>
              <a:t> Keep this tight — no more than 2 minutes. The goal is to connect theory to practice. Each speaker can point out the feature they presented when it appears during the demo.</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13 — Conclusion &amp; Summary </a:t>
            </a:r>
            <a:r>
              <a:rPr b="1" i="1"/>
              <a:t>(Speaker C · ~1 min)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Element</a:t>
                      </a:r>
                    </a:p>
                  </a:txBody>
                  <a:tcPr/>
                </a:tc>
                <a:tc>
                  <a:txBody>
                    <a:bodyPr/>
                    <a:lstStyle/>
                    <a:p>
                      <a:pPr lvl="0" indent="0" marL="0">
                        <a:buNone/>
                      </a:pPr>
                      <a:r>
                        <a:rPr/>
                        <a:t>Content</a:t>
                      </a:r>
                    </a:p>
                  </a:txBody>
                  <a:tcPr/>
                </a:tc>
              </a:tr>
              <a:tr h="0">
                <a:tc>
                  <a:txBody>
                    <a:bodyPr/>
                    <a:lstStyle/>
                    <a:p>
                      <a:pPr lvl="0" indent="0" marL="0">
                        <a:buNone/>
                      </a:pPr>
                      <a:r>
                        <a:rPr b="1"/>
                        <a:t>Summary Table</a:t>
                      </a:r>
                    </a:p>
                  </a:txBody>
                </a:tc>
                <a:tc>
                  <a:txBody>
                    <a:bodyPr/>
                    <a:lstStyle/>
                    <a:p>
                      <a:pPr lvl="0" indent="0" marL="0">
                        <a:buNone/>
                      </a:pPr>
                      <a:r>
                        <a:rPr/>
                        <a:t>Map each educational concept to its concrete implementation</a:t>
                      </a:r>
                    </a:p>
                  </a:txBody>
                </a:tc>
              </a:tr>
              <a:tr h="0">
                <a:tc>
                  <a:txBody>
                    <a:bodyPr/>
                    <a:lstStyle/>
                    <a:p>
                      <a:pPr lvl="0" indent="0" marL="0">
                        <a:buNone/>
                      </a:pPr>
                      <a:r>
                        <a:rPr b="1"/>
                        <a:t>Best Practices</a:t>
                      </a:r>
                    </a:p>
                  </a:txBody>
                </a:tc>
                <a:tc>
                  <a:txBody>
                    <a:bodyPr/>
                    <a:lstStyle/>
                    <a:p>
                      <a:pPr lvl="0" indent="0" marL="0">
                        <a:buNone/>
                      </a:pPr>
                      <a:r>
                        <a:rPr/>
                        <a:t>Emphasize adherence to educational technology theory (PBL, CA, Kolb, formative/summative distinction)</a:t>
                      </a:r>
                    </a:p>
                  </a:txBody>
                </a:tc>
              </a:tr>
              <a:tr h="0">
                <a:tc>
                  <a:txBody>
                    <a:bodyPr/>
                    <a:lstStyle/>
                    <a:p>
                      <a:pPr lvl="0" indent="0" marL="0">
                        <a:buNone/>
                      </a:pPr>
                      <a:r>
                        <a:rPr b="1"/>
                        <a:t>Future Work</a:t>
                      </a:r>
                    </a:p>
                  </a:txBody>
                </a:tc>
                <a:tc>
                  <a:txBody>
                    <a:bodyPr/>
                    <a:lstStyle/>
                    <a:p>
                      <a:pPr lvl="0" indent="0" marL="0">
                        <a:buNone/>
                      </a:pPr>
                      <a:r>
                        <a:rPr/>
                        <a:t>Possible extensions: more cases, instructor dashboard, adaptive case selection, multiplayer case discussions</a:t>
                      </a:r>
                    </a:p>
                  </a:txBody>
                </a:tc>
              </a:tr>
              <a:tr h="0">
                <a:tc>
                  <a:txBody>
                    <a:bodyPr/>
                    <a:lstStyle/>
                    <a:p>
                      <a:pPr lvl="0" indent="0" marL="0">
                        <a:buNone/>
                      </a:pPr>
                      <a:r>
                        <a:rPr b="1"/>
                        <a:t>Closing</a:t>
                      </a:r>
                    </a:p>
                  </a:txBody>
                </a:tc>
                <a:tc>
                  <a:txBody>
                    <a:bodyPr/>
                    <a:lstStyle/>
                    <a:p>
                      <a:pPr lvl="0" indent="0" marL="0">
                        <a:buNone/>
                      </a:pPr>
                      <a:r>
                        <a:rPr/>
                        <a:t>“Thank you — we’re happy to take questions.”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Summary Table for the slide: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Educational Concept</a:t>
                      </a:r>
                    </a:p>
                  </a:txBody>
                  <a:tcPr/>
                </a:tc>
                <a:tc>
                  <a:txBody>
                    <a:bodyPr/>
                    <a:lstStyle/>
                    <a:p>
                      <a:pPr lvl="0" indent="0" marL="0">
                        <a:buNone/>
                      </a:pPr>
                      <a:r>
                        <a:rPr/>
                        <a:t>Implementation in Our Simulation</a:t>
                      </a:r>
                    </a:p>
                  </a:txBody>
                  <a:tcPr/>
                </a:tc>
              </a:tr>
              <a:tr h="0">
                <a:tc>
                  <a:txBody>
                    <a:bodyPr/>
                    <a:lstStyle/>
                    <a:p>
                      <a:pPr lvl="0" indent="0" marL="0">
                        <a:buNone/>
                      </a:pPr>
                      <a:r>
                        <a:rPr/>
                        <a:t>Problem-Based Learning</a:t>
                      </a:r>
                    </a:p>
                  </a:txBody>
                </a:tc>
                <a:tc>
                  <a:txBody>
                    <a:bodyPr/>
                    <a:lstStyle/>
                    <a:p>
                      <a:pPr lvl="0" indent="0" marL="0">
                        <a:buNone/>
                      </a:pPr>
                      <a:r>
                        <a:rPr/>
                        <a:t>10 authentic clinical cases</a:t>
                      </a:r>
                    </a:p>
                  </a:txBody>
                </a:tc>
              </a:tr>
              <a:tr h="0">
                <a:tc>
                  <a:txBody>
                    <a:bodyPr/>
                    <a:lstStyle/>
                    <a:p>
                      <a:pPr lvl="0" indent="0" marL="0">
                        <a:buNone/>
                      </a:pPr>
                      <a:r>
                        <a:rPr/>
                        <a:t>Cognitive Apprenticeship</a:t>
                      </a:r>
                    </a:p>
                  </a:txBody>
                </a:tc>
                <a:tc>
                  <a:txBody>
                    <a:bodyPr/>
                    <a:lstStyle/>
                    <a:p>
                      <a:pPr lvl="0" indent="0" marL="0">
                        <a:buNone/>
                      </a:pPr>
                      <a:r>
                        <a:rPr/>
                        <a:t>ER simulation environment</a:t>
                      </a:r>
                    </a:p>
                  </a:txBody>
                </a:tc>
              </a:tr>
              <a:tr h="0">
                <a:tc>
                  <a:txBody>
                    <a:bodyPr/>
                    <a:lstStyle/>
                    <a:p>
                      <a:pPr lvl="0" indent="0" marL="0">
                        <a:buNone/>
                      </a:pPr>
                      <a:r>
                        <a:rPr/>
                        <a:t>Modeling</a:t>
                      </a:r>
                    </a:p>
                  </a:txBody>
                </a:tc>
                <a:tc>
                  <a:txBody>
                    <a:bodyPr/>
                    <a:lstStyle/>
                    <a:p>
                      <a:pPr lvl="0" indent="0" marL="0">
                        <a:buNone/>
                      </a:pPr>
                      <a:r>
                        <a:rPr/>
                        <a:t>Expert’s Path in Feedback stage</a:t>
                      </a:r>
                    </a:p>
                  </a:txBody>
                </a:tc>
              </a:tr>
              <a:tr h="0">
                <a:tc>
                  <a:txBody>
                    <a:bodyPr/>
                    <a:lstStyle/>
                    <a:p>
                      <a:pPr lvl="0" indent="0" marL="0">
                        <a:buNone/>
                      </a:pPr>
                      <a:r>
                        <a:rPr/>
                        <a:t>Scaffolding</a:t>
                      </a:r>
                    </a:p>
                  </a:txBody>
                </a:tc>
                <a:tc>
                  <a:txBody>
                    <a:bodyPr/>
                    <a:lstStyle/>
                    <a:p>
                      <a:pPr lvl="0" indent="0" marL="0">
                        <a:buNone/>
                      </a:pPr>
                      <a:r>
                        <a:rPr/>
                        <a:t>4-stage UI + $1000 budget constraint</a:t>
                      </a:r>
                    </a:p>
                  </a:txBody>
                </a:tc>
              </a:tr>
              <a:tr h="0">
                <a:tc>
                  <a:txBody>
                    <a:bodyPr/>
                    <a:lstStyle/>
                    <a:p>
                      <a:pPr lvl="0" indent="0" marL="0">
                        <a:buNone/>
                      </a:pPr>
                      <a:r>
                        <a:rPr/>
                        <a:t>Fading</a:t>
                      </a:r>
                    </a:p>
                  </a:txBody>
                </a:tc>
                <a:tc>
                  <a:txBody>
                    <a:bodyPr/>
                    <a:lstStyle/>
                    <a:p>
                      <a:pPr lvl="0" indent="0" marL="0">
                        <a:buNone/>
                      </a:pPr>
                      <a:r>
                        <a:rPr/>
                        <a:t>Budget decreases with each solved case</a:t>
                      </a:r>
                    </a:p>
                  </a:txBody>
                </a:tc>
              </a:tr>
              <a:tr h="0">
                <a:tc>
                  <a:txBody>
                    <a:bodyPr/>
                    <a:lstStyle/>
                    <a:p>
                      <a:pPr lvl="0" indent="0" marL="0">
                        <a:buNone/>
                      </a:pPr>
                      <a:r>
                        <a:rPr/>
                        <a:t>Active Experimentation</a:t>
                      </a:r>
                    </a:p>
                  </a:txBody>
                </a:tc>
                <a:tc>
                  <a:txBody>
                    <a:bodyPr/>
                    <a:lstStyle/>
                    <a:p>
                      <a:pPr lvl="0" indent="0" marL="0">
                        <a:buNone/>
                      </a:pPr>
                      <a:r>
                        <a:rPr/>
                        <a:t>Free Anamnesis ↔ Diagnostics loop</a:t>
                      </a:r>
                    </a:p>
                  </a:txBody>
                </a:tc>
              </a:tr>
              <a:tr h="0">
                <a:tc>
                  <a:txBody>
                    <a:bodyPr/>
                    <a:lstStyle/>
                    <a:p>
                      <a:pPr lvl="0" indent="0" marL="0">
                        <a:buNone/>
                      </a:pPr>
                      <a:r>
                        <a:rPr/>
                        <a:t>Formative Feedback</a:t>
                      </a:r>
                    </a:p>
                  </a:txBody>
                </a:tc>
                <a:tc>
                  <a:txBody>
                    <a:bodyPr/>
                    <a:lstStyle/>
                    <a:p>
                      <a:pPr lvl="0" indent="0" marL="0">
                        <a:buNone/>
                      </a:pPr>
                      <a:r>
                        <a:rPr/>
                        <a:t>“Return to Patient” on incorrect diagnosis</a:t>
                      </a:r>
                    </a:p>
                  </a:txBody>
                </a:tc>
              </a:tr>
              <a:tr h="0">
                <a:tc>
                  <a:txBody>
                    <a:bodyPr/>
                    <a:lstStyle/>
                    <a:p>
                      <a:pPr lvl="0" indent="0" marL="0">
                        <a:buNone/>
                      </a:pPr>
                      <a:r>
                        <a:rPr/>
                        <a:t>Summative Assessment</a:t>
                      </a:r>
                    </a:p>
                  </a:txBody>
                </a:tc>
                <a:tc>
                  <a:txBody>
                    <a:bodyPr/>
                    <a:lstStyle/>
                    <a:p>
                      <a:pPr lvl="0" indent="0" marL="0">
                        <a:buNone/>
                      </a:pPr>
                      <a:r>
                        <a:rPr/>
                        <a:t>0–100 score with dual-axis grading</a:t>
                      </a:r>
                    </a:p>
                  </a:txBody>
                </a:tc>
              </a:tr>
              <a:tr h="0">
                <a:tc>
                  <a:txBody>
                    <a:bodyPr/>
                    <a:lstStyle/>
                    <a:p>
                      <a:pPr lvl="0" indent="0" marL="0">
                        <a:buNone/>
                      </a:pPr>
                      <a:r>
                        <a:rPr/>
                        <a:t>Learning Analytics</a:t>
                      </a:r>
                    </a:p>
                  </a:txBody>
                </a:tc>
                <a:tc>
                  <a:txBody>
                    <a:bodyPr/>
                    <a:lstStyle/>
                    <a:p>
                      <a:pPr lvl="0" indent="0" marL="0">
                        <a:buNone/>
                      </a:pPr>
                      <a:r>
                        <a:rPr/>
                        <a:t>Persistent dashboard with key metrics</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Timing Summary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Section</a:t>
                      </a:r>
                    </a:p>
                  </a:txBody>
                  <a:tcPr/>
                </a:tc>
                <a:tc>
                  <a:txBody>
                    <a:bodyPr/>
                    <a:lstStyle/>
                    <a:p>
                      <a:pPr lvl="0" indent="0" marL="0">
                        <a:buNone/>
                      </a:pPr>
                      <a:r>
                        <a:rPr/>
                        <a:t>Slides</a:t>
                      </a:r>
                    </a:p>
                  </a:txBody>
                  <a:tcPr/>
                </a:tc>
                <a:tc>
                  <a:txBody>
                    <a:bodyPr/>
                    <a:lstStyle/>
                    <a:p>
                      <a:pPr lvl="0" indent="0" marL="0">
                        <a:buNone/>
                      </a:pPr>
                      <a:r>
                        <a:rPr/>
                        <a:t>Speaker</a:t>
                      </a:r>
                    </a:p>
                  </a:txBody>
                  <a:tcPr/>
                </a:tc>
                <a:tc>
                  <a:txBody>
                    <a:bodyPr/>
                    <a:lstStyle/>
                    <a:p>
                      <a:pPr lvl="0" indent="0" marL="0">
                        <a:buNone/>
                      </a:pPr>
                      <a:r>
                        <a:rPr/>
                        <a:t>Time</a:t>
                      </a:r>
                    </a:p>
                  </a:txBody>
                  <a:tcPr/>
                </a:tc>
              </a:tr>
              <a:tr h="0">
                <a:tc>
                  <a:txBody>
                    <a:bodyPr/>
                    <a:lstStyle/>
                    <a:p>
                      <a:pPr lvl="0" indent="0" marL="0">
                        <a:buNone/>
                      </a:pPr>
                      <a:r>
                        <a:rPr/>
                        <a:t>Introduction + PBL + CA</a:t>
                      </a:r>
                    </a:p>
                  </a:txBody>
                </a:tc>
                <a:tc>
                  <a:txBody>
                    <a:bodyPr/>
                    <a:lstStyle/>
                    <a:p>
                      <a:pPr lvl="0" indent="0" marL="0">
                        <a:buNone/>
                      </a:pPr>
                      <a:r>
                        <a:rPr/>
                        <a:t>1–4</a:t>
                      </a:r>
                    </a:p>
                  </a:txBody>
                </a:tc>
                <a:tc>
                  <a:txBody>
                    <a:bodyPr/>
                    <a:lstStyle/>
                    <a:p>
                      <a:pPr lvl="0" indent="0" marL="0">
                        <a:buNone/>
                      </a:pPr>
                      <a:r>
                        <a:rPr/>
                        <a:t>A</a:t>
                      </a:r>
                    </a:p>
                  </a:txBody>
                </a:tc>
                <a:tc>
                  <a:txBody>
                    <a:bodyPr/>
                    <a:lstStyle/>
                    <a:p>
                      <a:pPr lvl="0" indent="0" marL="0">
                        <a:buNone/>
                      </a:pPr>
                      <a:r>
                        <a:rPr/>
                        <a:t>~4 min</a:t>
                      </a:r>
                    </a:p>
                  </a:txBody>
                </a:tc>
              </a:tr>
              <a:tr h="0">
                <a:tc>
                  <a:txBody>
                    <a:bodyPr/>
                    <a:lstStyle/>
                    <a:p>
                      <a:pPr lvl="0" indent="0" marL="0">
                        <a:buNone/>
                      </a:pPr>
                      <a:r>
                        <a:rPr/>
                        <a:t>Modeling + Scaffolding + Fading + Experimentation</a:t>
                      </a:r>
                    </a:p>
                  </a:txBody>
                </a:tc>
                <a:tc>
                  <a:txBody>
                    <a:bodyPr/>
                    <a:lstStyle/>
                    <a:p>
                      <a:pPr lvl="0" indent="0" marL="0">
                        <a:buNone/>
                      </a:pPr>
                      <a:r>
                        <a:rPr/>
                        <a:t>5–8</a:t>
                      </a:r>
                    </a:p>
                  </a:txBody>
                </a:tc>
                <a:tc>
                  <a:txBody>
                    <a:bodyPr/>
                    <a:lstStyle/>
                    <a:p>
                      <a:pPr lvl="0" indent="0" marL="0">
                        <a:buNone/>
                      </a:pPr>
                      <a:r>
                        <a:rPr/>
                        <a:t>B</a:t>
                      </a:r>
                    </a:p>
                  </a:txBody>
                </a:tc>
                <a:tc>
                  <a:txBody>
                    <a:bodyPr/>
                    <a:lstStyle/>
                    <a:p>
                      <a:pPr lvl="0" indent="0" marL="0">
                        <a:buNone/>
                      </a:pPr>
                      <a:r>
                        <a:rPr/>
                        <a:t>~5 min</a:t>
                      </a:r>
                    </a:p>
                  </a:txBody>
                </a:tc>
              </a:tr>
              <a:tr h="0">
                <a:tc>
                  <a:txBody>
                    <a:bodyPr/>
                    <a:lstStyle/>
                    <a:p>
                      <a:pPr lvl="0" indent="0" marL="0">
                        <a:buNone/>
                      </a:pPr>
                      <a:r>
                        <a:rPr/>
                        <a:t>Feedback + Assessment + Analytics + Conclusion</a:t>
                      </a:r>
                    </a:p>
                  </a:txBody>
                </a:tc>
                <a:tc>
                  <a:txBody>
                    <a:bodyPr/>
                    <a:lstStyle/>
                    <a:p>
                      <a:pPr lvl="0" indent="0" marL="0">
                        <a:buNone/>
                      </a:pPr>
                      <a:r>
                        <a:rPr/>
                        <a:t>9–13</a:t>
                      </a:r>
                    </a:p>
                  </a:txBody>
                </a:tc>
                <a:tc>
                  <a:txBody>
                    <a:bodyPr/>
                    <a:lstStyle/>
                    <a:p>
                      <a:pPr lvl="0" indent="0" marL="0">
                        <a:buNone/>
                      </a:pPr>
                      <a:r>
                        <a:rPr/>
                        <a:t>C</a:t>
                      </a:r>
                    </a:p>
                  </a:txBody>
                </a:tc>
                <a:tc>
                  <a:txBody>
                    <a:bodyPr/>
                    <a:lstStyle/>
                    <a:p>
                      <a:pPr lvl="0" indent="0" marL="0">
                        <a:buNone/>
                      </a:pPr>
                      <a:r>
                        <a:rPr/>
                        <a:t>~5 min</a:t>
                      </a:r>
                    </a:p>
                  </a:txBody>
                </a:tc>
              </a:tr>
              <a:tr h="0">
                <a:tc>
                  <a:txBody>
                    <a:bodyPr/>
                    <a:lstStyle/>
                    <a:p>
                      <a:pPr lvl="0" indent="0" marL="0">
                        <a:buNone/>
                      </a:pPr>
                      <a:r>
                        <a:rPr/>
                        <a:t>Live Demo</a:t>
                      </a:r>
                    </a:p>
                  </a:txBody>
                </a:tc>
                <a:tc>
                  <a:txBody>
                    <a:bodyPr/>
                    <a:lstStyle/>
                    <a:p>
                      <a:pPr lvl="0" indent="0" marL="0">
                        <a:buNone/>
                      </a:pPr>
                      <a:r>
                        <a:rPr/>
                        <a:t>12</a:t>
                      </a:r>
                    </a:p>
                  </a:txBody>
                </a:tc>
                <a:tc>
                  <a:txBody>
                    <a:bodyPr/>
                    <a:lstStyle/>
                    <a:p>
                      <a:pPr lvl="0" indent="0" marL="0">
                        <a:buNone/>
                      </a:pPr>
                      <a:r>
                        <a:rPr/>
                        <a:t>All</a:t>
                      </a:r>
                    </a:p>
                  </a:txBody>
                </a:tc>
                <a:tc>
                  <a:txBody>
                    <a:bodyPr/>
                    <a:lstStyle/>
                    <a:p>
                      <a:pPr lvl="0" indent="0" marL="0">
                        <a:buNone/>
                      </a:pPr>
                      <a:r>
                        <a:rPr/>
                        <a:t>~2 min</a:t>
                      </a:r>
                    </a:p>
                  </a:txBody>
                </a:tc>
              </a:tr>
              <a:tr h="0">
                <a:tc>
                  <a:txBody>
                    <a:bodyPr/>
                    <a:lstStyle/>
                    <a:p>
                      <a:pPr lvl="0" indent="0" marL="0">
                        <a:buNone/>
                      </a:pPr>
                      <a:r>
                        <a:rPr b="1"/>
                        <a:t>Total</a:t>
                      </a:r>
                    </a:p>
                  </a:txBody>
                </a:tc>
                <a:tc>
                  <a:txBody>
                    <a:bodyPr/>
                    <a:lstStyle/>
                    <a:p>
                      <a:endParaRPr/>
                    </a:p>
                  </a:txBody>
                </a:tc>
                <a:tc>
                  <a:txBody>
                    <a:bodyPr/>
                    <a:lstStyle/>
                    <a:p>
                      <a:endParaRPr/>
                    </a:p>
                  </a:txBody>
                </a:tc>
                <a:tc>
                  <a:txBody>
                    <a:bodyPr/>
                    <a:lstStyle/>
                    <a:p>
                      <a:pPr lvl="0" indent="0" marL="0">
                        <a:buNone/>
                      </a:pPr>
                      <a:r>
                        <a:rPr b="1"/>
                        <a:t>~12–14 min</a:t>
                      </a:r>
                    </a:p>
                  </a:txBody>
                </a:tc>
              </a:tr>
            </a:tbl>
          </a:graphicData>
        </a:graphic>
      </p:graphicFrame>
      <p:sp>
        <p:nvSpPr>
          <p:cNvPr id="5" name="Date Placeholder 4"/>
          <p:cNvSpPr>
            <a:spLocks noGrp="1"/>
          </p:cNvSpPr>
          <p:nvPr>
            <p:ph idx="10" sz="half" type="dt"/>
          </p:nvPr>
        </p:nvSpPr>
        <p:spPr/>
        <p:txBody>
          <a:bodyPr/>
          <a:lstStyle/>
          <a:p>
            <a:fld id="{241EB5C9-1307-BA42-ABA2-0BC069CD8E7F}" type="datetimeFigureOut">
              <a:rPr lang="en-US" smtClean="0"/>
              <a:t>1/2/22</a:t>
            </a:fld>
            <a:endParaRPr lang="en-US"/>
          </a:p>
        </p:txBody>
      </p:sp>
      <p:sp>
        <p:nvSpPr>
          <p:cNvPr id="6" name="Footer Placeholder 5"/>
          <p:cNvSpPr>
            <a:spLocks noGrp="1"/>
          </p:cNvSpPr>
          <p:nvPr>
            <p:ph idx="11" sz="quarter" type="ftr"/>
          </p:nvPr>
        </p:nvSpPr>
        <p:spPr/>
        <p:txBody>
          <a:bodyPr/>
          <a:lstStyle/>
          <a:p>
            <a:endParaRPr lang="en-US"/>
          </a:p>
        </p:txBody>
      </p:sp>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[!NOTE] This leaves 1–3 minutes of buffer for questions or if the professor asks for elaboration on specific concepts. Aim for 12 minutes of content to stay safely within the 10–15 minute window.</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Best Practices Checklist</a:t>
            </a:r>
          </a:p>
          <a:p>
            <a:pPr lvl="0"/>
            <a:r>
              <a:rPr/>
              <a:t>☒ Every educational concept is grounded in theory (citations provided)</a:t>
            </a:r>
          </a:p>
          <a:p>
            <a:pPr lvl="0"/>
            <a:r>
              <a:rPr/>
              <a:t>☒ Each concept has a concrete, demonstrable implementation</a:t>
            </a:r>
          </a:p>
          <a:p>
            <a:pPr lvl="0"/>
            <a:r>
              <a:rPr/>
              <a:t>☒ Both </a:t>
            </a:r>
            <a:r>
              <a:rPr b="1"/>
              <a:t>formative</a:t>
            </a:r>
            <a:r>
              <a:rPr/>
              <a:t> and </a:t>
            </a:r>
            <a:r>
              <a:rPr b="1"/>
              <a:t>summative</a:t>
            </a:r>
            <a:r>
              <a:rPr/>
              <a:t> assessment are present (professor requirement)</a:t>
            </a:r>
          </a:p>
          <a:p>
            <a:pPr lvl="0"/>
            <a:r>
              <a:rPr/>
              <a:t>☒ Student responsibilities are transparently distributed</a:t>
            </a:r>
          </a:p>
          <a:p>
            <a:pPr lvl="0"/>
            <a:r>
              <a:rPr/>
              <a:t>☒ Live demo connects theory to running code</a:t>
            </a:r>
          </a:p>
          <a:p>
            <a:pPr lvl="0"/>
            <a:r>
              <a:rPr/>
              <a:t>☒ Quality deliverable: polished, working HTML5 application</a:t>
            </a:r>
          </a:p>
          <a:p>
            <a:pPr lvl="0"/>
            <a:r>
              <a:rPr/>
              <a:t>☒ Quantity of deliverables: 10 clinical cases, analytics dashboard, multi-stage simulation</a:t>
            </a:r>
          </a:p>
        </p:txBody>
      </p:sp>
      <p:sp>
        <p:nvSpPr>
          <p:cNvPr id="4" name="Date Placeholder 3"/>
          <p:cNvSpPr>
            <a:spLocks noGrp="1"/>
          </p:cNvSpPr>
          <p:nvPr>
            <p:ph idx="10" sz="half" type="dt"/>
          </p:nvPr>
        </p:nvSpPr>
        <p:spPr/>
        <p:txBody>
          <a:bodyPr/>
          <a:lstStyle/>
          <a:p>
            <a:fld id="{241EB5C9-1307-BA42-ABA2-0BC069CD8E7F}" type="datetimeFigureOut">
              <a:rPr lang="en-US" smtClean="0"/>
              <a:t>1/2/22</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theme/theme1.xml><?xml version="1.0" encoding="utf-8"?>
<a:theme xmlns:a="http://schemas.openxmlformats.org/drawingml/2006/main" name="PPT_HHN_16x9_DE_02">
  <a:themeElements>
    <a:clrScheme name="Hochschule Heilbronn PPT">
      <a:dk1>
        <a:sysClr val="windowText" lastClr="000000"/>
      </a:dk1>
      <a:lt1>
        <a:sysClr val="window" lastClr="FFFFFF"/>
      </a:lt1>
      <a:dk2>
        <a:srgbClr val="BCBCBC"/>
      </a:dk2>
      <a:lt2>
        <a:srgbClr val="747474"/>
      </a:lt2>
      <a:accent1>
        <a:srgbClr val="002896"/>
      </a:accent1>
      <a:accent2>
        <a:srgbClr val="667EC0"/>
      </a:accent2>
      <a:accent3>
        <a:srgbClr val="99A8D6"/>
      </a:accent3>
      <a:accent4>
        <a:srgbClr val="00727F"/>
      </a:accent4>
      <a:accent5>
        <a:srgbClr val="009BA6"/>
      </a:accent5>
      <a:accent6>
        <a:srgbClr val="7FCBD3"/>
      </a:accent6>
      <a:hlink>
        <a:srgbClr val="000000"/>
      </a:hlink>
      <a:folHlink>
        <a:srgbClr val="000000"/>
      </a:folHlink>
    </a:clrScheme>
    <a:fontScheme name="Hochschule Heilbron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lumOff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0 | 40 | 150">
      <a:srgbClr val="002896"/>
    </a:custClr>
    <a:custClr name="0 | 159 | 213">
      <a:srgbClr val="009FD5"/>
    </a:custClr>
    <a:custClr name="0 | 114 |127">
      <a:srgbClr val="00727F"/>
    </a:custClr>
    <a:custClr name="255 | 158 | 0">
      <a:srgbClr val="FF9E00"/>
    </a:custClr>
    <a:custClr name="100 | 179 | 44">
      <a:srgbClr val="64B32C"/>
    </a:custClr>
    <a:custClr name="171 | 0 | 66">
      <a:srgbClr val="AB0042"/>
    </a:custClr>
    <a:custClr name="0 | 0 | 0">
      <a:srgbClr val="000000"/>
    </a:custClr>
    <a:custClr>
      <a:srgbClr val="FFFFFF"/>
    </a:custClr>
    <a:custClr name="255 | 255 | 255">
      <a:srgbClr val="FFFFFF"/>
    </a:custClr>
    <a:custClr name="255 | 255 | 255">
      <a:srgbClr val="FFFFFF"/>
    </a:custClr>
    <a:custClr name="102 | 126 | 192">
      <a:srgbClr val="667EC0"/>
    </a:custClr>
    <a:custClr name="96 | 198 | 239">
      <a:srgbClr val="60C6EF"/>
    </a:custClr>
    <a:custClr name="0 | 155 | 166">
      <a:srgbClr val="009BA6"/>
    </a:custClr>
    <a:custClr name="255 | 203 | 14">
      <a:srgbClr val="FFCB0E"/>
    </a:custClr>
    <a:custClr name="180 | 204 | 0">
      <a:srgbClr val="B4CC00"/>
    </a:custClr>
    <a:custClr name="220 | 55 | 105">
      <a:srgbClr val="DC3769"/>
    </a:custClr>
    <a:custClr name="116 | 116 | 116">
      <a:srgbClr val="747474"/>
    </a:custClr>
    <a:custClr name="255 | 255 | 255">
      <a:srgbClr val="FFFFFF"/>
    </a:custClr>
    <a:custClr name="255 | 255 | 255">
      <a:srgbClr val="FFFFFF"/>
    </a:custClr>
    <a:custClr name="255 | 255 | 255">
      <a:srgbClr val="FFFFFF"/>
    </a:custClr>
    <a:custClr name="153 | 168 | 214">
      <a:srgbClr val="99A8D6"/>
    </a:custClr>
    <a:custClr name="176 | 223 | 247">
      <a:srgbClr val="B0DFF7"/>
    </a:custClr>
    <a:custClr name="127 | 203 | 211">
      <a:srgbClr val="7FCBD3"/>
    </a:custClr>
    <a:custClr name="255 | 241 | 77">
      <a:srgbClr val="FFF14D"/>
    </a:custClr>
    <a:custClr name="234 | 228 | 72">
      <a:srgbClr val="EAE448"/>
    </a:custClr>
    <a:custClr name="235 | 142 | 178">
      <a:srgbClr val="EB8EB2"/>
    </a:custClr>
    <a:custClr name="188 | 188 | 188">
      <a:srgbClr val="BCBCBC"/>
    </a:custClr>
    <a:custClr name="255 | 255 | 255">
      <a:srgbClr val="FFFFFF"/>
    </a:custClr>
    <a:custClr name="255 | 255 | 255">
      <a:srgbClr val="FFFFFF"/>
    </a:custClr>
    <a:custClr name="255 | 255 | 255">
      <a:srgbClr val="FFFFFF"/>
    </a:custClr>
  </a:custClrLst>
  <a:extLst>
    <a:ext uri="{05A4C25C-085E-4340-85A3-A5531E510DB2}">
      <thm15:themeFamily xmlns:thm15="http://schemas.microsoft.com/office/thememl/2012/main" name="PPT_HHN_16x9_DE_02_2025.potx" id="{6FC0635A-1084-4FC9-87B6-361C6EEEC53C}" vid="{3DE367B2-8E14-4FDD-A8A3-EF4540EC09A1}"/>
    </a:ext>
  </a:extLst>
</a:theme>
</file>

<file path=ppt/theme/theme2.xml><?xml version="1.0" encoding="utf-8"?>
<a:theme xmlns:a="http://schemas.openxmlformats.org/drawingml/2006/main" name="1_PPT_HHN_16x9_DE_02">
  <a:themeElements>
    <a:clrScheme name="Hochschule Heilbronn PPT">
      <a:dk1>
        <a:sysClr val="windowText" lastClr="000000"/>
      </a:dk1>
      <a:lt1>
        <a:sysClr val="window" lastClr="FFFFFF"/>
      </a:lt1>
      <a:dk2>
        <a:srgbClr val="BCBCBC"/>
      </a:dk2>
      <a:lt2>
        <a:srgbClr val="747474"/>
      </a:lt2>
      <a:accent1>
        <a:srgbClr val="002896"/>
      </a:accent1>
      <a:accent2>
        <a:srgbClr val="667EC0"/>
      </a:accent2>
      <a:accent3>
        <a:srgbClr val="99A8D6"/>
      </a:accent3>
      <a:accent4>
        <a:srgbClr val="00727F"/>
      </a:accent4>
      <a:accent5>
        <a:srgbClr val="009BA6"/>
      </a:accent5>
      <a:accent6>
        <a:srgbClr val="7FCBD3"/>
      </a:accent6>
      <a:hlink>
        <a:srgbClr val="000000"/>
      </a:hlink>
      <a:folHlink>
        <a:srgbClr val="000000"/>
      </a:folHlink>
    </a:clrScheme>
    <a:fontScheme name="Hochschule Heilbron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lumOff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0 | 40 | 150">
      <a:srgbClr val="002896"/>
    </a:custClr>
    <a:custClr name="0 | 159 | 213">
      <a:srgbClr val="009FD5"/>
    </a:custClr>
    <a:custClr name="0 | 114 |127">
      <a:srgbClr val="00727F"/>
    </a:custClr>
    <a:custClr name="255 | 158 | 0">
      <a:srgbClr val="FF9E00"/>
    </a:custClr>
    <a:custClr name="100 | 179 | 44">
      <a:srgbClr val="64B32C"/>
    </a:custClr>
    <a:custClr name="171 | 0 | 66">
      <a:srgbClr val="AB0042"/>
    </a:custClr>
    <a:custClr name="0 | 0 | 0">
      <a:srgbClr val="000000"/>
    </a:custClr>
    <a:custClr>
      <a:srgbClr val="FFFFFF"/>
    </a:custClr>
    <a:custClr name="255 | 255 | 255">
      <a:srgbClr val="FFFFFF"/>
    </a:custClr>
    <a:custClr name="255 | 255 | 255">
      <a:srgbClr val="FFFFFF"/>
    </a:custClr>
    <a:custClr name="102 | 126 | 192">
      <a:srgbClr val="667EC0"/>
    </a:custClr>
    <a:custClr name="96 | 198 | 239">
      <a:srgbClr val="60C6EF"/>
    </a:custClr>
    <a:custClr name="0 | 155 | 166">
      <a:srgbClr val="009BA6"/>
    </a:custClr>
    <a:custClr name="255 | 203 | 14">
      <a:srgbClr val="FFCB0E"/>
    </a:custClr>
    <a:custClr name="180 | 204 | 0">
      <a:srgbClr val="B4CC00"/>
    </a:custClr>
    <a:custClr name="220 | 55 | 105">
      <a:srgbClr val="DC3769"/>
    </a:custClr>
    <a:custClr name="116 | 116 | 116">
      <a:srgbClr val="747474"/>
    </a:custClr>
    <a:custClr name="255 | 255 | 255">
      <a:srgbClr val="FFFFFF"/>
    </a:custClr>
    <a:custClr name="255 | 255 | 255">
      <a:srgbClr val="FFFFFF"/>
    </a:custClr>
    <a:custClr name="255 | 255 | 255">
      <a:srgbClr val="FFFFFF"/>
    </a:custClr>
    <a:custClr name="153 | 168 | 214">
      <a:srgbClr val="99A8D6"/>
    </a:custClr>
    <a:custClr name="176 | 223 | 247">
      <a:srgbClr val="B0DFF7"/>
    </a:custClr>
    <a:custClr name="127 | 203 | 211">
      <a:srgbClr val="7FCBD3"/>
    </a:custClr>
    <a:custClr name="255 | 241 | 77">
      <a:srgbClr val="FFF14D"/>
    </a:custClr>
    <a:custClr name="234 | 228 | 72">
      <a:srgbClr val="EAE448"/>
    </a:custClr>
    <a:custClr name="235 | 142 | 178">
      <a:srgbClr val="EB8EB2"/>
    </a:custClr>
    <a:custClr name="188 | 188 | 188">
      <a:srgbClr val="BCBCBC"/>
    </a:custClr>
    <a:custClr name="255 | 255 | 255">
      <a:srgbClr val="FFFFFF"/>
    </a:custClr>
    <a:custClr name="255 | 255 | 255">
      <a:srgbClr val="FFFFFF"/>
    </a:custClr>
    <a:custClr name="255 | 255 | 255">
      <a:srgbClr val="FFFFFF"/>
    </a:custClr>
  </a:custClrLst>
  <a:extLst>
    <a:ext uri="{05A4C25C-085E-4340-85A3-A5531E510DB2}">
      <thm15:themeFamily xmlns:thm15="http://schemas.microsoft.com/office/thememl/2012/main" name="PPT_HHN_16x9_DE_02_2025.potx" id="{6FC0635A-1084-4FC9-87B6-361C6EEEC53C}" vid="{0CE023B4-490B-4AC0-A905-2B284D616F14}"/>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Larissa">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1236</Words>
  <Application>Microsoft Office PowerPoint</Application>
  <PresentationFormat>Breitbild</PresentationFormat>
  <Paragraphs>229</Paragraphs>
  <Slides>21</Slides>
  <Notes>1</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21</vt:i4>
      </vt:variant>
    </vt:vector>
  </HeadingPairs>
  <TitlesOfParts>
    <vt:vector size="26" baseType="lpstr">
      <vt:lpstr>Arial</vt:lpstr>
      <vt:lpstr>Calibri</vt:lpstr>
      <vt:lpstr>Wingdings</vt:lpstr>
      <vt:lpstr>PPT_HHN_16x9_DE_02</vt:lpstr>
      <vt:lpstr>1_PPT_HHN_16x9_DE_02</vt:lpstr>
      <vt:lpstr>HIER STEHT DIE HEADLINE</vt:lpstr>
      <vt:lpstr>HIER STEHT DIE HEADLINE</vt:lpstr>
      <vt:lpstr>HIER STEHT DIE HEADLINE</vt:lpstr>
      <vt:lpstr>HIER STEHT DIE HEADLINE</vt:lpstr>
      <vt:lpstr>ZWISCHENTITEL TRENNERSEITE</vt:lpstr>
      <vt:lpstr>Listenebenen durchschalten Menü &gt; Start &gt; Absatz &gt; Listenebne erhöhen</vt:lpstr>
      <vt:lpstr>VELIQUI TOTD ESTE TEM UTPLITINV</vt:lpstr>
      <vt:lpstr>VELIQUI TOTD ESTE TEM UTPLITINV</vt:lpstr>
      <vt:lpstr>VELIQUI TOTD ESTE TEM UTPLITINV</vt:lpstr>
      <vt:lpstr>VELIQUI TOTD ESTE TEM UTPLITINV</vt:lpstr>
      <vt:lpstr>VELIQUI TOTD ESTE TEM UTPLITINV</vt:lpstr>
      <vt:lpstr>PowerPoint-Präsentation</vt:lpstr>
      <vt:lpstr>VELIQUI TOTD ESTE TEM UTPLITINV</vt:lpstr>
      <vt:lpstr>VELIQUI TOTD ESTE TEM UTPLITINV</vt:lpstr>
      <vt:lpstr>VELIQUI TOTD ESTE TEM UTPLITINV</vt:lpstr>
      <vt:lpstr>VELIQUI TOTD ESTE TEM UTPLITINV</vt:lpstr>
      <vt:lpstr>VELIQUI TOTD ESTE TEM UTPLITINV</vt:lpstr>
      <vt:lpstr>VELIQUI TOTD ESTE TEM UTPLITINV</vt:lpstr>
      <vt:lpstr>VELIQUI TOTD ESTE TEM UTPLITINV</vt:lpstr>
      <vt:lpstr>PowerPoint-Präsentation</vt:lpstr>
      <vt:lpstr>PowerPoint-Präsentation</vt:lpstr>
    </vt:vector>
  </TitlesOfParts>
  <Company>Hochschule Heilbronn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2026-05-11T08:11:57Z</dcterms:created>
  <dcterms:modified xsi:type="dcterms:W3CDTF">2026-05-11T08:11:57Z</dcterms:modified>
</cp:coreProperties>
</file>

<file path=docProps/custom.xml><?xml version="1.0" encoding="utf-8"?>
<Properties xmlns="http://schemas.openxmlformats.org/officeDocument/2006/custom-properties" xmlns:vt="http://schemas.openxmlformats.org/officeDocument/2006/docPropsVTypes"/>
</file>